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06B1EF-9548-4F1F-8D35-9783D41E2C7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9654ADC-A736-42C0-831B-65E81DB10EE8}">
      <dgm:prSet/>
      <dgm:spPr/>
      <dgm:t>
        <a:bodyPr/>
        <a:lstStyle/>
        <a:p>
          <a:r>
            <a:rPr lang="en-US"/>
            <a:t>Architecture: ResNet-18 (&lt; 50 layers, meets Topic 8 requirement)</a:t>
          </a:r>
        </a:p>
      </dgm:t>
    </dgm:pt>
    <dgm:pt modelId="{E105D0F0-9C57-4CCE-A371-C57C78A5DD28}" type="parTrans" cxnId="{A3A0E11D-EB1A-4036-97A2-5F080B656912}">
      <dgm:prSet/>
      <dgm:spPr/>
      <dgm:t>
        <a:bodyPr/>
        <a:lstStyle/>
        <a:p>
          <a:endParaRPr lang="en-US"/>
        </a:p>
      </dgm:t>
    </dgm:pt>
    <dgm:pt modelId="{937F410A-90C2-43CB-80ED-EFC42715FDFE}" type="sibTrans" cxnId="{A3A0E11D-EB1A-4036-97A2-5F080B656912}">
      <dgm:prSet/>
      <dgm:spPr/>
      <dgm:t>
        <a:bodyPr/>
        <a:lstStyle/>
        <a:p>
          <a:endParaRPr lang="en-US"/>
        </a:p>
      </dgm:t>
    </dgm:pt>
    <dgm:pt modelId="{72AA85D2-4EC4-4DD6-8299-303D785F2CA5}">
      <dgm:prSet/>
      <dgm:spPr/>
      <dgm:t>
        <a:bodyPr/>
        <a:lstStyle/>
        <a:p>
          <a:r>
            <a:rPr lang="en-US"/>
            <a:t>Trained from scratch on CIFAR-10 with standard augmentations</a:t>
          </a:r>
        </a:p>
      </dgm:t>
    </dgm:pt>
    <dgm:pt modelId="{5B2284A4-EE76-4A81-B0D2-6ED561A14A10}" type="parTrans" cxnId="{BE5D5C01-FF7E-4BB7-8FC7-E5BC2302C9C8}">
      <dgm:prSet/>
      <dgm:spPr/>
      <dgm:t>
        <a:bodyPr/>
        <a:lstStyle/>
        <a:p>
          <a:endParaRPr lang="en-US"/>
        </a:p>
      </dgm:t>
    </dgm:pt>
    <dgm:pt modelId="{6C662BF4-9F2E-4E03-87F0-B745ADB7F7E9}" type="sibTrans" cxnId="{BE5D5C01-FF7E-4BB7-8FC7-E5BC2302C9C8}">
      <dgm:prSet/>
      <dgm:spPr/>
      <dgm:t>
        <a:bodyPr/>
        <a:lstStyle/>
        <a:p>
          <a:endParaRPr lang="en-US"/>
        </a:p>
      </dgm:t>
    </dgm:pt>
    <dgm:pt modelId="{41AB9A46-074E-49E9-B218-1B38E81EFE27}">
      <dgm:prSet/>
      <dgm:spPr/>
      <dgm:t>
        <a:bodyPr/>
        <a:lstStyle/>
        <a:p>
          <a:r>
            <a:rPr lang="en-US"/>
            <a:t>Best validation accuracy ≈ 83%</a:t>
          </a:r>
        </a:p>
      </dgm:t>
    </dgm:pt>
    <dgm:pt modelId="{CF35ED19-A805-4FF6-BCC2-A1478E278C5F}" type="parTrans" cxnId="{87C5AB8E-C5EC-45FC-A938-A4F39D199AF0}">
      <dgm:prSet/>
      <dgm:spPr/>
      <dgm:t>
        <a:bodyPr/>
        <a:lstStyle/>
        <a:p>
          <a:endParaRPr lang="en-US"/>
        </a:p>
      </dgm:t>
    </dgm:pt>
    <dgm:pt modelId="{2836AE44-A455-44BA-916F-E17DFFBAECCB}" type="sibTrans" cxnId="{87C5AB8E-C5EC-45FC-A938-A4F39D199AF0}">
      <dgm:prSet/>
      <dgm:spPr/>
      <dgm:t>
        <a:bodyPr/>
        <a:lstStyle/>
        <a:p>
          <a:endParaRPr lang="en-US"/>
        </a:p>
      </dgm:t>
    </dgm:pt>
    <dgm:pt modelId="{BC9844C2-965B-40D4-AA0E-82550B3D0794}">
      <dgm:prSet/>
      <dgm:spPr/>
      <dgm:t>
        <a:bodyPr/>
        <a:lstStyle/>
        <a:p>
          <a:r>
            <a:rPr lang="en-US"/>
            <a:t>Per-class analysis: cat class has lowest precision and recall</a:t>
          </a:r>
        </a:p>
      </dgm:t>
    </dgm:pt>
    <dgm:pt modelId="{A63BF90B-EE9B-4448-A4E3-59C4DEE4764B}" type="parTrans" cxnId="{D4CFEB4C-5BB8-4018-B4C7-10E548AA2372}">
      <dgm:prSet/>
      <dgm:spPr/>
      <dgm:t>
        <a:bodyPr/>
        <a:lstStyle/>
        <a:p>
          <a:endParaRPr lang="en-US"/>
        </a:p>
      </dgm:t>
    </dgm:pt>
    <dgm:pt modelId="{9892AE51-94E9-47CC-AC1C-382DED84E332}" type="sibTrans" cxnId="{D4CFEB4C-5BB8-4018-B4C7-10E548AA2372}">
      <dgm:prSet/>
      <dgm:spPr/>
      <dgm:t>
        <a:bodyPr/>
        <a:lstStyle/>
        <a:p>
          <a:endParaRPr lang="en-US"/>
        </a:p>
      </dgm:t>
    </dgm:pt>
    <dgm:pt modelId="{02B0EBFE-8766-4066-ACAC-D8660BA6C197}">
      <dgm:prSet/>
      <dgm:spPr/>
      <dgm:t>
        <a:bodyPr/>
        <a:lstStyle/>
        <a:p>
          <a:r>
            <a:rPr lang="en-US"/>
            <a:t>Cat: precision ≈ 0.70, recall ≈ 0.67 before fine-tuning</a:t>
          </a:r>
        </a:p>
      </dgm:t>
    </dgm:pt>
    <dgm:pt modelId="{E684FBA5-DB63-40B2-8938-38A26807F389}" type="parTrans" cxnId="{6BF80E8C-D3D7-4DEA-A191-7B15E4D58DCA}">
      <dgm:prSet/>
      <dgm:spPr/>
      <dgm:t>
        <a:bodyPr/>
        <a:lstStyle/>
        <a:p>
          <a:endParaRPr lang="en-US"/>
        </a:p>
      </dgm:t>
    </dgm:pt>
    <dgm:pt modelId="{EA0C9B93-21E1-41FC-BC77-9DDB8E89CD0F}" type="sibTrans" cxnId="{6BF80E8C-D3D7-4DEA-A191-7B15E4D58DCA}">
      <dgm:prSet/>
      <dgm:spPr/>
      <dgm:t>
        <a:bodyPr/>
        <a:lstStyle/>
        <a:p>
          <a:endParaRPr lang="en-US"/>
        </a:p>
      </dgm:t>
    </dgm:pt>
    <dgm:pt modelId="{203B7927-D254-46E0-9AD1-42E67FA7273A}" type="pres">
      <dgm:prSet presAssocID="{EA06B1EF-9548-4F1F-8D35-9783D41E2C79}" presName="root" presStyleCnt="0">
        <dgm:presLayoutVars>
          <dgm:dir/>
          <dgm:resizeHandles val="exact"/>
        </dgm:presLayoutVars>
      </dgm:prSet>
      <dgm:spPr/>
    </dgm:pt>
    <dgm:pt modelId="{2835A87C-98AB-45AD-8F94-B32FB17B1731}" type="pres">
      <dgm:prSet presAssocID="{EA06B1EF-9548-4F1F-8D35-9783D41E2C79}" presName="container" presStyleCnt="0">
        <dgm:presLayoutVars>
          <dgm:dir/>
          <dgm:resizeHandles val="exact"/>
        </dgm:presLayoutVars>
      </dgm:prSet>
      <dgm:spPr/>
    </dgm:pt>
    <dgm:pt modelId="{5844259A-B5C5-4454-B540-F4C1CFFBCDDE}" type="pres">
      <dgm:prSet presAssocID="{69654ADC-A736-42C0-831B-65E81DB10EE8}" presName="compNode" presStyleCnt="0"/>
      <dgm:spPr/>
    </dgm:pt>
    <dgm:pt modelId="{40C49B44-5249-4EDF-B39C-0057487CA53B}" type="pres">
      <dgm:prSet presAssocID="{69654ADC-A736-42C0-831B-65E81DB10EE8}" presName="iconBgRect" presStyleLbl="bgShp" presStyleIdx="0" presStyleCnt="5"/>
      <dgm:spPr/>
    </dgm:pt>
    <dgm:pt modelId="{D261EAD5-2A52-47D8-A578-9FE24747B81C}" type="pres">
      <dgm:prSet presAssocID="{69654ADC-A736-42C0-831B-65E81DB10EE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A8C295A0-FE44-4A84-AD09-0C83BA1B2B5F}" type="pres">
      <dgm:prSet presAssocID="{69654ADC-A736-42C0-831B-65E81DB10EE8}" presName="spaceRect" presStyleCnt="0"/>
      <dgm:spPr/>
    </dgm:pt>
    <dgm:pt modelId="{5300E75C-309A-4DFE-BC78-FB3698DE98B3}" type="pres">
      <dgm:prSet presAssocID="{69654ADC-A736-42C0-831B-65E81DB10EE8}" presName="textRect" presStyleLbl="revTx" presStyleIdx="0" presStyleCnt="5">
        <dgm:presLayoutVars>
          <dgm:chMax val="1"/>
          <dgm:chPref val="1"/>
        </dgm:presLayoutVars>
      </dgm:prSet>
      <dgm:spPr/>
    </dgm:pt>
    <dgm:pt modelId="{03A66476-CFBE-49BC-873C-9F4ADAC97269}" type="pres">
      <dgm:prSet presAssocID="{937F410A-90C2-43CB-80ED-EFC42715FDFE}" presName="sibTrans" presStyleLbl="sibTrans2D1" presStyleIdx="0" presStyleCnt="0"/>
      <dgm:spPr/>
    </dgm:pt>
    <dgm:pt modelId="{C276A6CF-8425-4C9C-B9E9-63AEF71BF6C6}" type="pres">
      <dgm:prSet presAssocID="{72AA85D2-4EC4-4DD6-8299-303D785F2CA5}" presName="compNode" presStyleCnt="0"/>
      <dgm:spPr/>
    </dgm:pt>
    <dgm:pt modelId="{F2E83207-66B4-43CA-92C3-A8E2F6142CCB}" type="pres">
      <dgm:prSet presAssocID="{72AA85D2-4EC4-4DD6-8299-303D785F2CA5}" presName="iconBgRect" presStyleLbl="bgShp" presStyleIdx="1" presStyleCnt="5"/>
      <dgm:spPr/>
    </dgm:pt>
    <dgm:pt modelId="{241DBC0B-9C28-4EA4-8989-902665D8FE6B}" type="pres">
      <dgm:prSet presAssocID="{72AA85D2-4EC4-4DD6-8299-303D785F2CA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83FB8D6-B425-4574-A2CE-511ADB12E482}" type="pres">
      <dgm:prSet presAssocID="{72AA85D2-4EC4-4DD6-8299-303D785F2CA5}" presName="spaceRect" presStyleCnt="0"/>
      <dgm:spPr/>
    </dgm:pt>
    <dgm:pt modelId="{8F352B96-23CB-406C-8275-6894CB1E690F}" type="pres">
      <dgm:prSet presAssocID="{72AA85D2-4EC4-4DD6-8299-303D785F2CA5}" presName="textRect" presStyleLbl="revTx" presStyleIdx="1" presStyleCnt="5">
        <dgm:presLayoutVars>
          <dgm:chMax val="1"/>
          <dgm:chPref val="1"/>
        </dgm:presLayoutVars>
      </dgm:prSet>
      <dgm:spPr/>
    </dgm:pt>
    <dgm:pt modelId="{6D1E0FAA-6472-4915-916E-0F795645D5FA}" type="pres">
      <dgm:prSet presAssocID="{6C662BF4-9F2E-4E03-87F0-B745ADB7F7E9}" presName="sibTrans" presStyleLbl="sibTrans2D1" presStyleIdx="0" presStyleCnt="0"/>
      <dgm:spPr/>
    </dgm:pt>
    <dgm:pt modelId="{36D2B25C-F55D-4211-AF32-550840D084C3}" type="pres">
      <dgm:prSet presAssocID="{41AB9A46-074E-49E9-B218-1B38E81EFE27}" presName="compNode" presStyleCnt="0"/>
      <dgm:spPr/>
    </dgm:pt>
    <dgm:pt modelId="{BCF9E7A7-D893-43EE-A507-E67A7508454F}" type="pres">
      <dgm:prSet presAssocID="{41AB9A46-074E-49E9-B218-1B38E81EFE27}" presName="iconBgRect" presStyleLbl="bgShp" presStyleIdx="2" presStyleCnt="5"/>
      <dgm:spPr/>
    </dgm:pt>
    <dgm:pt modelId="{C8974126-4285-491F-9AA0-6B159EB228AF}" type="pres">
      <dgm:prSet presAssocID="{41AB9A46-074E-49E9-B218-1B38E81EFE2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02EB78A-44A5-4755-8AE0-25BDE13E0ADD}" type="pres">
      <dgm:prSet presAssocID="{41AB9A46-074E-49E9-B218-1B38E81EFE27}" presName="spaceRect" presStyleCnt="0"/>
      <dgm:spPr/>
    </dgm:pt>
    <dgm:pt modelId="{24C91083-D3F7-440E-B850-AEA2585BAC9C}" type="pres">
      <dgm:prSet presAssocID="{41AB9A46-074E-49E9-B218-1B38E81EFE27}" presName="textRect" presStyleLbl="revTx" presStyleIdx="2" presStyleCnt="5">
        <dgm:presLayoutVars>
          <dgm:chMax val="1"/>
          <dgm:chPref val="1"/>
        </dgm:presLayoutVars>
      </dgm:prSet>
      <dgm:spPr/>
    </dgm:pt>
    <dgm:pt modelId="{B4DB9764-0BA1-4EFC-A67A-79900DA278E1}" type="pres">
      <dgm:prSet presAssocID="{2836AE44-A455-44BA-916F-E17DFFBAECCB}" presName="sibTrans" presStyleLbl="sibTrans2D1" presStyleIdx="0" presStyleCnt="0"/>
      <dgm:spPr/>
    </dgm:pt>
    <dgm:pt modelId="{0C73C2BD-A250-4AD2-90FE-5363726EC367}" type="pres">
      <dgm:prSet presAssocID="{BC9844C2-965B-40D4-AA0E-82550B3D0794}" presName="compNode" presStyleCnt="0"/>
      <dgm:spPr/>
    </dgm:pt>
    <dgm:pt modelId="{010F04F4-9F7D-4375-9ABA-4795AB5813EA}" type="pres">
      <dgm:prSet presAssocID="{BC9844C2-965B-40D4-AA0E-82550B3D0794}" presName="iconBgRect" presStyleLbl="bgShp" presStyleIdx="3" presStyleCnt="5"/>
      <dgm:spPr/>
    </dgm:pt>
    <dgm:pt modelId="{6738D844-F9C9-4451-82B6-9275E5DAB7EF}" type="pres">
      <dgm:prSet presAssocID="{BC9844C2-965B-40D4-AA0E-82550B3D079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83E3AB05-E7BC-463F-BDBA-A33BCC0D7469}" type="pres">
      <dgm:prSet presAssocID="{BC9844C2-965B-40D4-AA0E-82550B3D0794}" presName="spaceRect" presStyleCnt="0"/>
      <dgm:spPr/>
    </dgm:pt>
    <dgm:pt modelId="{C21F3C15-884C-46FA-8531-3626D0EF46CD}" type="pres">
      <dgm:prSet presAssocID="{BC9844C2-965B-40D4-AA0E-82550B3D0794}" presName="textRect" presStyleLbl="revTx" presStyleIdx="3" presStyleCnt="5">
        <dgm:presLayoutVars>
          <dgm:chMax val="1"/>
          <dgm:chPref val="1"/>
        </dgm:presLayoutVars>
      </dgm:prSet>
      <dgm:spPr/>
    </dgm:pt>
    <dgm:pt modelId="{6C710688-9F0B-4B53-AA57-34BB406CA9F6}" type="pres">
      <dgm:prSet presAssocID="{9892AE51-94E9-47CC-AC1C-382DED84E332}" presName="sibTrans" presStyleLbl="sibTrans2D1" presStyleIdx="0" presStyleCnt="0"/>
      <dgm:spPr/>
    </dgm:pt>
    <dgm:pt modelId="{EB7120A2-F562-4A9A-B370-D2780F27814A}" type="pres">
      <dgm:prSet presAssocID="{02B0EBFE-8766-4066-ACAC-D8660BA6C197}" presName="compNode" presStyleCnt="0"/>
      <dgm:spPr/>
    </dgm:pt>
    <dgm:pt modelId="{7513A40D-DE59-4C5E-A9B6-6D2550BF5F48}" type="pres">
      <dgm:prSet presAssocID="{02B0EBFE-8766-4066-ACAC-D8660BA6C197}" presName="iconBgRect" presStyleLbl="bgShp" presStyleIdx="4" presStyleCnt="5"/>
      <dgm:spPr/>
    </dgm:pt>
    <dgm:pt modelId="{E35BEFD7-C8D3-4414-98CE-BF59059ABC1F}" type="pres">
      <dgm:prSet presAssocID="{02B0EBFE-8766-4066-ACAC-D8660BA6C19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96EB8931-6EE4-428A-8A9E-B5AAFAADDAEF}" type="pres">
      <dgm:prSet presAssocID="{02B0EBFE-8766-4066-ACAC-D8660BA6C197}" presName="spaceRect" presStyleCnt="0"/>
      <dgm:spPr/>
    </dgm:pt>
    <dgm:pt modelId="{42D362DC-1B9F-48E6-A810-E6DF5D2EFE72}" type="pres">
      <dgm:prSet presAssocID="{02B0EBFE-8766-4066-ACAC-D8660BA6C19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E5D5C01-FF7E-4BB7-8FC7-E5BC2302C9C8}" srcId="{EA06B1EF-9548-4F1F-8D35-9783D41E2C79}" destId="{72AA85D2-4EC4-4DD6-8299-303D785F2CA5}" srcOrd="1" destOrd="0" parTransId="{5B2284A4-EE76-4A81-B0D2-6ED561A14A10}" sibTransId="{6C662BF4-9F2E-4E03-87F0-B745ADB7F7E9}"/>
    <dgm:cxn modelId="{839EDB04-C524-4ADE-9FBE-1A3E8F80F345}" type="presOf" srcId="{72AA85D2-4EC4-4DD6-8299-303D785F2CA5}" destId="{8F352B96-23CB-406C-8275-6894CB1E690F}" srcOrd="0" destOrd="0" presId="urn:microsoft.com/office/officeart/2018/2/layout/IconCircleList"/>
    <dgm:cxn modelId="{D0810A0A-D9CF-4839-BDE0-64FDD789315A}" type="presOf" srcId="{02B0EBFE-8766-4066-ACAC-D8660BA6C197}" destId="{42D362DC-1B9F-48E6-A810-E6DF5D2EFE72}" srcOrd="0" destOrd="0" presId="urn:microsoft.com/office/officeart/2018/2/layout/IconCircleList"/>
    <dgm:cxn modelId="{A3A0E11D-EB1A-4036-97A2-5F080B656912}" srcId="{EA06B1EF-9548-4F1F-8D35-9783D41E2C79}" destId="{69654ADC-A736-42C0-831B-65E81DB10EE8}" srcOrd="0" destOrd="0" parTransId="{E105D0F0-9C57-4CCE-A371-C57C78A5DD28}" sibTransId="{937F410A-90C2-43CB-80ED-EFC42715FDFE}"/>
    <dgm:cxn modelId="{3CA16225-B5E1-4490-B5FD-4E9E0E5F45E2}" type="presOf" srcId="{EA06B1EF-9548-4F1F-8D35-9783D41E2C79}" destId="{203B7927-D254-46E0-9AD1-42E67FA7273A}" srcOrd="0" destOrd="0" presId="urn:microsoft.com/office/officeart/2018/2/layout/IconCircleList"/>
    <dgm:cxn modelId="{D00D9634-5D84-4409-BB23-B0375F8229F8}" type="presOf" srcId="{BC9844C2-965B-40D4-AA0E-82550B3D0794}" destId="{C21F3C15-884C-46FA-8531-3626D0EF46CD}" srcOrd="0" destOrd="0" presId="urn:microsoft.com/office/officeart/2018/2/layout/IconCircleList"/>
    <dgm:cxn modelId="{33ACDB45-9599-4880-B487-CCE21203B177}" type="presOf" srcId="{41AB9A46-074E-49E9-B218-1B38E81EFE27}" destId="{24C91083-D3F7-440E-B850-AEA2585BAC9C}" srcOrd="0" destOrd="0" presId="urn:microsoft.com/office/officeart/2018/2/layout/IconCircleList"/>
    <dgm:cxn modelId="{D4CFEB4C-5BB8-4018-B4C7-10E548AA2372}" srcId="{EA06B1EF-9548-4F1F-8D35-9783D41E2C79}" destId="{BC9844C2-965B-40D4-AA0E-82550B3D0794}" srcOrd="3" destOrd="0" parTransId="{A63BF90B-EE9B-4448-A4E3-59C4DEE4764B}" sibTransId="{9892AE51-94E9-47CC-AC1C-382DED84E332}"/>
    <dgm:cxn modelId="{4091F574-8431-411A-9755-DA0C459E5411}" type="presOf" srcId="{2836AE44-A455-44BA-916F-E17DFFBAECCB}" destId="{B4DB9764-0BA1-4EFC-A67A-79900DA278E1}" srcOrd="0" destOrd="0" presId="urn:microsoft.com/office/officeart/2018/2/layout/IconCircleList"/>
    <dgm:cxn modelId="{6BF80E8C-D3D7-4DEA-A191-7B15E4D58DCA}" srcId="{EA06B1EF-9548-4F1F-8D35-9783D41E2C79}" destId="{02B0EBFE-8766-4066-ACAC-D8660BA6C197}" srcOrd="4" destOrd="0" parTransId="{E684FBA5-DB63-40B2-8938-38A26807F389}" sibTransId="{EA0C9B93-21E1-41FC-BC77-9DDB8E89CD0F}"/>
    <dgm:cxn modelId="{87C5AB8E-C5EC-45FC-A938-A4F39D199AF0}" srcId="{EA06B1EF-9548-4F1F-8D35-9783D41E2C79}" destId="{41AB9A46-074E-49E9-B218-1B38E81EFE27}" srcOrd="2" destOrd="0" parTransId="{CF35ED19-A805-4FF6-BCC2-A1478E278C5F}" sibTransId="{2836AE44-A455-44BA-916F-E17DFFBAECCB}"/>
    <dgm:cxn modelId="{E6F125BF-1AB9-4F57-9D62-0752649BA52D}" type="presOf" srcId="{69654ADC-A736-42C0-831B-65E81DB10EE8}" destId="{5300E75C-309A-4DFE-BC78-FB3698DE98B3}" srcOrd="0" destOrd="0" presId="urn:microsoft.com/office/officeart/2018/2/layout/IconCircleList"/>
    <dgm:cxn modelId="{4704C9CD-32BB-4134-AC38-4473983BF95F}" type="presOf" srcId="{937F410A-90C2-43CB-80ED-EFC42715FDFE}" destId="{03A66476-CFBE-49BC-873C-9F4ADAC97269}" srcOrd="0" destOrd="0" presId="urn:microsoft.com/office/officeart/2018/2/layout/IconCircleList"/>
    <dgm:cxn modelId="{8A1E2BD1-974B-4EBE-8132-3A33371DF6FB}" type="presOf" srcId="{6C662BF4-9F2E-4E03-87F0-B745ADB7F7E9}" destId="{6D1E0FAA-6472-4915-916E-0F795645D5FA}" srcOrd="0" destOrd="0" presId="urn:microsoft.com/office/officeart/2018/2/layout/IconCircleList"/>
    <dgm:cxn modelId="{973B04F0-2A16-4687-AC36-73A759BDF0ED}" type="presOf" srcId="{9892AE51-94E9-47CC-AC1C-382DED84E332}" destId="{6C710688-9F0B-4B53-AA57-34BB406CA9F6}" srcOrd="0" destOrd="0" presId="urn:microsoft.com/office/officeart/2018/2/layout/IconCircleList"/>
    <dgm:cxn modelId="{A68C27DC-E947-44E9-B58D-16F3009D9497}" type="presParOf" srcId="{203B7927-D254-46E0-9AD1-42E67FA7273A}" destId="{2835A87C-98AB-45AD-8F94-B32FB17B1731}" srcOrd="0" destOrd="0" presId="urn:microsoft.com/office/officeart/2018/2/layout/IconCircleList"/>
    <dgm:cxn modelId="{3AC1965D-56DF-4E36-B12C-6B32D3F1DB11}" type="presParOf" srcId="{2835A87C-98AB-45AD-8F94-B32FB17B1731}" destId="{5844259A-B5C5-4454-B540-F4C1CFFBCDDE}" srcOrd="0" destOrd="0" presId="urn:microsoft.com/office/officeart/2018/2/layout/IconCircleList"/>
    <dgm:cxn modelId="{2B1F7BC5-ECAB-40E6-8F4B-5C0743BDBF7B}" type="presParOf" srcId="{5844259A-B5C5-4454-B540-F4C1CFFBCDDE}" destId="{40C49B44-5249-4EDF-B39C-0057487CA53B}" srcOrd="0" destOrd="0" presId="urn:microsoft.com/office/officeart/2018/2/layout/IconCircleList"/>
    <dgm:cxn modelId="{0DD9CACE-425A-4C32-96CC-7F92B7C92F51}" type="presParOf" srcId="{5844259A-B5C5-4454-B540-F4C1CFFBCDDE}" destId="{D261EAD5-2A52-47D8-A578-9FE24747B81C}" srcOrd="1" destOrd="0" presId="urn:microsoft.com/office/officeart/2018/2/layout/IconCircleList"/>
    <dgm:cxn modelId="{6641A268-4B0D-4BE9-84C7-A4A3936B9BC3}" type="presParOf" srcId="{5844259A-B5C5-4454-B540-F4C1CFFBCDDE}" destId="{A8C295A0-FE44-4A84-AD09-0C83BA1B2B5F}" srcOrd="2" destOrd="0" presId="urn:microsoft.com/office/officeart/2018/2/layout/IconCircleList"/>
    <dgm:cxn modelId="{D6DFCDDA-735E-436E-B175-598C5148BDEE}" type="presParOf" srcId="{5844259A-B5C5-4454-B540-F4C1CFFBCDDE}" destId="{5300E75C-309A-4DFE-BC78-FB3698DE98B3}" srcOrd="3" destOrd="0" presId="urn:microsoft.com/office/officeart/2018/2/layout/IconCircleList"/>
    <dgm:cxn modelId="{EA100290-93A4-4112-BD3D-36745BFB9F91}" type="presParOf" srcId="{2835A87C-98AB-45AD-8F94-B32FB17B1731}" destId="{03A66476-CFBE-49BC-873C-9F4ADAC97269}" srcOrd="1" destOrd="0" presId="urn:microsoft.com/office/officeart/2018/2/layout/IconCircleList"/>
    <dgm:cxn modelId="{EFA5DB15-3C5B-46DD-862D-296DC421480B}" type="presParOf" srcId="{2835A87C-98AB-45AD-8F94-B32FB17B1731}" destId="{C276A6CF-8425-4C9C-B9E9-63AEF71BF6C6}" srcOrd="2" destOrd="0" presId="urn:microsoft.com/office/officeart/2018/2/layout/IconCircleList"/>
    <dgm:cxn modelId="{B9837A27-0A91-4BA4-9451-6B9DA8CCDFBD}" type="presParOf" srcId="{C276A6CF-8425-4C9C-B9E9-63AEF71BF6C6}" destId="{F2E83207-66B4-43CA-92C3-A8E2F6142CCB}" srcOrd="0" destOrd="0" presId="urn:microsoft.com/office/officeart/2018/2/layout/IconCircleList"/>
    <dgm:cxn modelId="{0E70EAAA-34F0-433F-B20E-DD30518A0E6C}" type="presParOf" srcId="{C276A6CF-8425-4C9C-B9E9-63AEF71BF6C6}" destId="{241DBC0B-9C28-4EA4-8989-902665D8FE6B}" srcOrd="1" destOrd="0" presId="urn:microsoft.com/office/officeart/2018/2/layout/IconCircleList"/>
    <dgm:cxn modelId="{5DD41932-3C17-468F-A161-47F740849807}" type="presParOf" srcId="{C276A6CF-8425-4C9C-B9E9-63AEF71BF6C6}" destId="{683FB8D6-B425-4574-A2CE-511ADB12E482}" srcOrd="2" destOrd="0" presId="urn:microsoft.com/office/officeart/2018/2/layout/IconCircleList"/>
    <dgm:cxn modelId="{D98902BB-6465-4942-B248-7ADA08E444A6}" type="presParOf" srcId="{C276A6CF-8425-4C9C-B9E9-63AEF71BF6C6}" destId="{8F352B96-23CB-406C-8275-6894CB1E690F}" srcOrd="3" destOrd="0" presId="urn:microsoft.com/office/officeart/2018/2/layout/IconCircleList"/>
    <dgm:cxn modelId="{3D061F45-A6F0-44F1-B855-DDDDAA77663B}" type="presParOf" srcId="{2835A87C-98AB-45AD-8F94-B32FB17B1731}" destId="{6D1E0FAA-6472-4915-916E-0F795645D5FA}" srcOrd="3" destOrd="0" presId="urn:microsoft.com/office/officeart/2018/2/layout/IconCircleList"/>
    <dgm:cxn modelId="{A65FBAD0-2B62-47FA-9CD6-3DBDFF629956}" type="presParOf" srcId="{2835A87C-98AB-45AD-8F94-B32FB17B1731}" destId="{36D2B25C-F55D-4211-AF32-550840D084C3}" srcOrd="4" destOrd="0" presId="urn:microsoft.com/office/officeart/2018/2/layout/IconCircleList"/>
    <dgm:cxn modelId="{0AEF5361-6259-44A0-BB39-8D4DDA5D8CFE}" type="presParOf" srcId="{36D2B25C-F55D-4211-AF32-550840D084C3}" destId="{BCF9E7A7-D893-43EE-A507-E67A7508454F}" srcOrd="0" destOrd="0" presId="urn:microsoft.com/office/officeart/2018/2/layout/IconCircleList"/>
    <dgm:cxn modelId="{72A4FFF1-F8A7-413B-9153-F74978B9D499}" type="presParOf" srcId="{36D2B25C-F55D-4211-AF32-550840D084C3}" destId="{C8974126-4285-491F-9AA0-6B159EB228AF}" srcOrd="1" destOrd="0" presId="urn:microsoft.com/office/officeart/2018/2/layout/IconCircleList"/>
    <dgm:cxn modelId="{041981D6-0AC6-4882-84DD-57133B57E258}" type="presParOf" srcId="{36D2B25C-F55D-4211-AF32-550840D084C3}" destId="{E02EB78A-44A5-4755-8AE0-25BDE13E0ADD}" srcOrd="2" destOrd="0" presId="urn:microsoft.com/office/officeart/2018/2/layout/IconCircleList"/>
    <dgm:cxn modelId="{C4C8DE92-3C08-4C93-85A5-9490531F38EE}" type="presParOf" srcId="{36D2B25C-F55D-4211-AF32-550840D084C3}" destId="{24C91083-D3F7-440E-B850-AEA2585BAC9C}" srcOrd="3" destOrd="0" presId="urn:microsoft.com/office/officeart/2018/2/layout/IconCircleList"/>
    <dgm:cxn modelId="{D54EEEBF-73A6-4196-AB17-DB05B67E842F}" type="presParOf" srcId="{2835A87C-98AB-45AD-8F94-B32FB17B1731}" destId="{B4DB9764-0BA1-4EFC-A67A-79900DA278E1}" srcOrd="5" destOrd="0" presId="urn:microsoft.com/office/officeart/2018/2/layout/IconCircleList"/>
    <dgm:cxn modelId="{EC8DF9C9-6F2E-48FE-AC16-B3F0F789E6E4}" type="presParOf" srcId="{2835A87C-98AB-45AD-8F94-B32FB17B1731}" destId="{0C73C2BD-A250-4AD2-90FE-5363726EC367}" srcOrd="6" destOrd="0" presId="urn:microsoft.com/office/officeart/2018/2/layout/IconCircleList"/>
    <dgm:cxn modelId="{86BB2EB0-0F4F-4082-9193-16542ABF3E95}" type="presParOf" srcId="{0C73C2BD-A250-4AD2-90FE-5363726EC367}" destId="{010F04F4-9F7D-4375-9ABA-4795AB5813EA}" srcOrd="0" destOrd="0" presId="urn:microsoft.com/office/officeart/2018/2/layout/IconCircleList"/>
    <dgm:cxn modelId="{3E982AB6-AB58-427B-AD3A-F3C636ED855C}" type="presParOf" srcId="{0C73C2BD-A250-4AD2-90FE-5363726EC367}" destId="{6738D844-F9C9-4451-82B6-9275E5DAB7EF}" srcOrd="1" destOrd="0" presId="urn:microsoft.com/office/officeart/2018/2/layout/IconCircleList"/>
    <dgm:cxn modelId="{1011E969-F073-4B65-ABF3-8FB5242F641B}" type="presParOf" srcId="{0C73C2BD-A250-4AD2-90FE-5363726EC367}" destId="{83E3AB05-E7BC-463F-BDBA-A33BCC0D7469}" srcOrd="2" destOrd="0" presId="urn:microsoft.com/office/officeart/2018/2/layout/IconCircleList"/>
    <dgm:cxn modelId="{43854E14-CAC6-4CC8-A847-963C37F9B37C}" type="presParOf" srcId="{0C73C2BD-A250-4AD2-90FE-5363726EC367}" destId="{C21F3C15-884C-46FA-8531-3626D0EF46CD}" srcOrd="3" destOrd="0" presId="urn:microsoft.com/office/officeart/2018/2/layout/IconCircleList"/>
    <dgm:cxn modelId="{8EED9BA0-7511-4678-8A72-BE10EA37D327}" type="presParOf" srcId="{2835A87C-98AB-45AD-8F94-B32FB17B1731}" destId="{6C710688-9F0B-4B53-AA57-34BB406CA9F6}" srcOrd="7" destOrd="0" presId="urn:microsoft.com/office/officeart/2018/2/layout/IconCircleList"/>
    <dgm:cxn modelId="{4F3C76B6-F1A1-46CD-A66A-7FA7E19A4407}" type="presParOf" srcId="{2835A87C-98AB-45AD-8F94-B32FB17B1731}" destId="{EB7120A2-F562-4A9A-B370-D2780F27814A}" srcOrd="8" destOrd="0" presId="urn:microsoft.com/office/officeart/2018/2/layout/IconCircleList"/>
    <dgm:cxn modelId="{D895E54A-847E-49F7-BF4C-F092F2B353DC}" type="presParOf" srcId="{EB7120A2-F562-4A9A-B370-D2780F27814A}" destId="{7513A40D-DE59-4C5E-A9B6-6D2550BF5F48}" srcOrd="0" destOrd="0" presId="urn:microsoft.com/office/officeart/2018/2/layout/IconCircleList"/>
    <dgm:cxn modelId="{251F5A4E-A8BD-4AAA-9603-8BEFE1D3A731}" type="presParOf" srcId="{EB7120A2-F562-4A9A-B370-D2780F27814A}" destId="{E35BEFD7-C8D3-4414-98CE-BF59059ABC1F}" srcOrd="1" destOrd="0" presId="urn:microsoft.com/office/officeart/2018/2/layout/IconCircleList"/>
    <dgm:cxn modelId="{4CF77BB2-E831-48DC-AE87-E41D22739B00}" type="presParOf" srcId="{EB7120A2-F562-4A9A-B370-D2780F27814A}" destId="{96EB8931-6EE4-428A-8A9E-B5AAFAADDAEF}" srcOrd="2" destOrd="0" presId="urn:microsoft.com/office/officeart/2018/2/layout/IconCircleList"/>
    <dgm:cxn modelId="{5DE846FF-B466-4D64-998F-FC0E225BD273}" type="presParOf" srcId="{EB7120A2-F562-4A9A-B370-D2780F27814A}" destId="{42D362DC-1B9F-48E6-A810-E6DF5D2EFE7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028DF7-EBB3-4813-BF93-C6B861CB69A7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94DE57F-11FF-4A85-80CA-8CFA6701705E}">
      <dgm:prSet/>
      <dgm:spPr/>
      <dgm:t>
        <a:bodyPr/>
        <a:lstStyle/>
        <a:p>
          <a:r>
            <a:rPr lang="en-US"/>
            <a:t>Start</a:t>
          </a:r>
        </a:p>
      </dgm:t>
    </dgm:pt>
    <dgm:pt modelId="{60F9CD07-14EF-4356-A019-66E3FEF130B0}" type="parTrans" cxnId="{FA5EA6D2-F9A7-47B1-BD05-E54A756801DA}">
      <dgm:prSet/>
      <dgm:spPr/>
      <dgm:t>
        <a:bodyPr/>
        <a:lstStyle/>
        <a:p>
          <a:endParaRPr lang="en-US"/>
        </a:p>
      </dgm:t>
    </dgm:pt>
    <dgm:pt modelId="{79F32A47-F0A6-4FA7-B241-203347A9E63A}" type="sibTrans" cxnId="{FA5EA6D2-F9A7-47B1-BD05-E54A756801DA}">
      <dgm:prSet/>
      <dgm:spPr/>
      <dgm:t>
        <a:bodyPr/>
        <a:lstStyle/>
        <a:p>
          <a:endParaRPr lang="en-US"/>
        </a:p>
      </dgm:t>
    </dgm:pt>
    <dgm:pt modelId="{28C92BD6-6415-4CAF-B8B1-33AADA61FCD0}">
      <dgm:prSet/>
      <dgm:spPr/>
      <dgm:t>
        <a:bodyPr/>
        <a:lstStyle/>
        <a:p>
          <a:r>
            <a:rPr lang="en-US"/>
            <a:t>Start from best baseline ResNet-18 checkpoint</a:t>
          </a:r>
        </a:p>
      </dgm:t>
    </dgm:pt>
    <dgm:pt modelId="{66FB35B2-17BB-400D-8B16-0FC0AE394E0D}" type="parTrans" cxnId="{00F2E430-8B14-45C2-BC28-797F3A0AC4ED}">
      <dgm:prSet/>
      <dgm:spPr/>
      <dgm:t>
        <a:bodyPr/>
        <a:lstStyle/>
        <a:p>
          <a:endParaRPr lang="en-US"/>
        </a:p>
      </dgm:t>
    </dgm:pt>
    <dgm:pt modelId="{24308832-C90E-440D-9C49-2BDF9F640D51}" type="sibTrans" cxnId="{00F2E430-8B14-45C2-BC28-797F3A0AC4ED}">
      <dgm:prSet/>
      <dgm:spPr/>
      <dgm:t>
        <a:bodyPr/>
        <a:lstStyle/>
        <a:p>
          <a:endParaRPr lang="en-US"/>
        </a:p>
      </dgm:t>
    </dgm:pt>
    <dgm:pt modelId="{CFD76D12-C07E-42B4-A256-08397A3C173C}">
      <dgm:prSet/>
      <dgm:spPr/>
      <dgm:t>
        <a:bodyPr/>
        <a:lstStyle/>
        <a:p>
          <a:r>
            <a:rPr lang="en-US"/>
            <a:t>Use</a:t>
          </a:r>
        </a:p>
      </dgm:t>
    </dgm:pt>
    <dgm:pt modelId="{238BF17E-9189-4B34-956F-9740966C282B}" type="parTrans" cxnId="{C6552BE1-0554-4C05-B66A-0092BAC05FE5}">
      <dgm:prSet/>
      <dgm:spPr/>
      <dgm:t>
        <a:bodyPr/>
        <a:lstStyle/>
        <a:p>
          <a:endParaRPr lang="en-US"/>
        </a:p>
      </dgm:t>
    </dgm:pt>
    <dgm:pt modelId="{E958FCEC-DF37-49C6-89B6-7D9659909D4F}" type="sibTrans" cxnId="{C6552BE1-0554-4C05-B66A-0092BAC05FE5}">
      <dgm:prSet/>
      <dgm:spPr/>
      <dgm:t>
        <a:bodyPr/>
        <a:lstStyle/>
        <a:p>
          <a:endParaRPr lang="en-US"/>
        </a:p>
      </dgm:t>
    </dgm:pt>
    <dgm:pt modelId="{789FF3CE-752C-4485-9BB0-73FDD0F2EF5C}">
      <dgm:prSet/>
      <dgm:spPr/>
      <dgm:t>
        <a:bodyPr/>
        <a:lstStyle/>
        <a:p>
          <a:r>
            <a:rPr lang="en-US"/>
            <a:t>Use class-weighted cross-entropy loss with higher weight for cat</a:t>
          </a:r>
        </a:p>
      </dgm:t>
    </dgm:pt>
    <dgm:pt modelId="{2DA61D12-4A18-41BB-9F85-7494703FCA58}" type="parTrans" cxnId="{44CAE511-44FC-4186-A346-C197E21976E8}">
      <dgm:prSet/>
      <dgm:spPr/>
      <dgm:t>
        <a:bodyPr/>
        <a:lstStyle/>
        <a:p>
          <a:endParaRPr lang="en-US"/>
        </a:p>
      </dgm:t>
    </dgm:pt>
    <dgm:pt modelId="{76A25572-D6DE-480B-AE53-2EE954AD2521}" type="sibTrans" cxnId="{44CAE511-44FC-4186-A346-C197E21976E8}">
      <dgm:prSet/>
      <dgm:spPr/>
      <dgm:t>
        <a:bodyPr/>
        <a:lstStyle/>
        <a:p>
          <a:endParaRPr lang="en-US"/>
        </a:p>
      </dgm:t>
    </dgm:pt>
    <dgm:pt modelId="{79224EA0-E034-4602-A2D5-E5FD13EA8287}">
      <dgm:prSet/>
      <dgm:spPr/>
      <dgm:t>
        <a:bodyPr/>
        <a:lstStyle/>
        <a:p>
          <a:r>
            <a:rPr lang="en-US"/>
            <a:t>Double</a:t>
          </a:r>
        </a:p>
      </dgm:t>
    </dgm:pt>
    <dgm:pt modelId="{76062620-F15E-4CF6-8BF7-E1063F3A48D4}" type="parTrans" cxnId="{4C25E7A3-7D21-40EC-88A7-83085A68A656}">
      <dgm:prSet/>
      <dgm:spPr/>
      <dgm:t>
        <a:bodyPr/>
        <a:lstStyle/>
        <a:p>
          <a:endParaRPr lang="en-US"/>
        </a:p>
      </dgm:t>
    </dgm:pt>
    <dgm:pt modelId="{9E5857B5-A0EE-483E-B3A1-256DACF4E12E}" type="sibTrans" cxnId="{4C25E7A3-7D21-40EC-88A7-83085A68A656}">
      <dgm:prSet/>
      <dgm:spPr/>
      <dgm:t>
        <a:bodyPr/>
        <a:lstStyle/>
        <a:p>
          <a:endParaRPr lang="en-US"/>
        </a:p>
      </dgm:t>
    </dgm:pt>
    <dgm:pt modelId="{A749EA71-4775-4A90-BF64-15EAAFD92EF2}">
      <dgm:prSet/>
      <dgm:spPr/>
      <dgm:t>
        <a:bodyPr/>
        <a:lstStyle/>
        <a:p>
          <a:r>
            <a:rPr lang="en-US"/>
            <a:t>Double the loss weight for the cat class (weight = 2.0)</a:t>
          </a:r>
        </a:p>
      </dgm:t>
    </dgm:pt>
    <dgm:pt modelId="{A89F6BD3-E950-4B31-A65F-B68E942014C0}" type="parTrans" cxnId="{FDC6C3F0-9F1A-451B-AAC9-88A9BF3D39A6}">
      <dgm:prSet/>
      <dgm:spPr/>
      <dgm:t>
        <a:bodyPr/>
        <a:lstStyle/>
        <a:p>
          <a:endParaRPr lang="en-US"/>
        </a:p>
      </dgm:t>
    </dgm:pt>
    <dgm:pt modelId="{95485A9F-A317-42FF-81E1-61EA54630861}" type="sibTrans" cxnId="{FDC6C3F0-9F1A-451B-AAC9-88A9BF3D39A6}">
      <dgm:prSet/>
      <dgm:spPr/>
      <dgm:t>
        <a:bodyPr/>
        <a:lstStyle/>
        <a:p>
          <a:endParaRPr lang="en-US"/>
        </a:p>
      </dgm:t>
    </dgm:pt>
    <dgm:pt modelId="{D48FF75C-53E3-48F7-93AB-612BB2A94F67}">
      <dgm:prSet/>
      <dgm:spPr/>
      <dgm:t>
        <a:bodyPr/>
        <a:lstStyle/>
        <a:p>
          <a:r>
            <a:rPr lang="en-US"/>
            <a:t>Train</a:t>
          </a:r>
        </a:p>
      </dgm:t>
    </dgm:pt>
    <dgm:pt modelId="{5E25DEC1-F184-4D6D-9945-0933F866D7EF}" type="parTrans" cxnId="{6CD78B25-425E-4141-9584-900E929ADA6A}">
      <dgm:prSet/>
      <dgm:spPr/>
      <dgm:t>
        <a:bodyPr/>
        <a:lstStyle/>
        <a:p>
          <a:endParaRPr lang="en-US"/>
        </a:p>
      </dgm:t>
    </dgm:pt>
    <dgm:pt modelId="{501C86EE-0E67-4988-9C8B-959F2337D1B1}" type="sibTrans" cxnId="{6CD78B25-425E-4141-9584-900E929ADA6A}">
      <dgm:prSet/>
      <dgm:spPr/>
      <dgm:t>
        <a:bodyPr/>
        <a:lstStyle/>
        <a:p>
          <a:endParaRPr lang="en-US"/>
        </a:p>
      </dgm:t>
    </dgm:pt>
    <dgm:pt modelId="{B13A42C5-0014-44FC-B3D5-487EEAF3733B}">
      <dgm:prSet/>
      <dgm:spPr/>
      <dgm:t>
        <a:bodyPr/>
        <a:lstStyle/>
        <a:p>
          <a:r>
            <a:rPr lang="en-US"/>
            <a:t>Train for 10 additional epochs with a lower learning rate</a:t>
          </a:r>
        </a:p>
      </dgm:t>
    </dgm:pt>
    <dgm:pt modelId="{FB01086D-ECDB-4737-AD59-5CB9F45C6C27}" type="parTrans" cxnId="{509C57E1-B1E0-4025-90BD-9162F6652A4D}">
      <dgm:prSet/>
      <dgm:spPr/>
      <dgm:t>
        <a:bodyPr/>
        <a:lstStyle/>
        <a:p>
          <a:endParaRPr lang="en-US"/>
        </a:p>
      </dgm:t>
    </dgm:pt>
    <dgm:pt modelId="{E92CAA17-1D02-44B0-951D-BA651C310009}" type="sibTrans" cxnId="{509C57E1-B1E0-4025-90BD-9162F6652A4D}">
      <dgm:prSet/>
      <dgm:spPr/>
      <dgm:t>
        <a:bodyPr/>
        <a:lstStyle/>
        <a:p>
          <a:endParaRPr lang="en-US"/>
        </a:p>
      </dgm:t>
    </dgm:pt>
    <dgm:pt modelId="{8E0A038C-4BBD-4B6F-BD4B-10561FAF584C}">
      <dgm:prSet/>
      <dgm:spPr/>
      <dgm:t>
        <a:bodyPr/>
        <a:lstStyle/>
        <a:p>
          <a:r>
            <a:rPr lang="en-US"/>
            <a:t>Keep</a:t>
          </a:r>
        </a:p>
      </dgm:t>
    </dgm:pt>
    <dgm:pt modelId="{90C1EF8B-BE67-4CCA-BDF4-ADD51DD025CB}" type="parTrans" cxnId="{69FE66D8-7472-4049-835F-94C98C416815}">
      <dgm:prSet/>
      <dgm:spPr/>
      <dgm:t>
        <a:bodyPr/>
        <a:lstStyle/>
        <a:p>
          <a:endParaRPr lang="en-US"/>
        </a:p>
      </dgm:t>
    </dgm:pt>
    <dgm:pt modelId="{4F6442DF-E88F-48DC-B8C4-028A819772E2}" type="sibTrans" cxnId="{69FE66D8-7472-4049-835F-94C98C416815}">
      <dgm:prSet/>
      <dgm:spPr/>
      <dgm:t>
        <a:bodyPr/>
        <a:lstStyle/>
        <a:p>
          <a:endParaRPr lang="en-US"/>
        </a:p>
      </dgm:t>
    </dgm:pt>
    <dgm:pt modelId="{D6A60F07-92F2-48A1-9054-4215ED018118}">
      <dgm:prSet/>
      <dgm:spPr/>
      <dgm:t>
        <a:bodyPr/>
        <a:lstStyle/>
        <a:p>
          <a:r>
            <a:rPr lang="en-US"/>
            <a:t>Keep all other training details unchanged for a fair comparison</a:t>
          </a:r>
        </a:p>
      </dgm:t>
    </dgm:pt>
    <dgm:pt modelId="{DF1CD4C4-59B8-458C-A731-58E0CB107C91}" type="parTrans" cxnId="{679992D0-7ED1-4ED2-B891-575650212D49}">
      <dgm:prSet/>
      <dgm:spPr/>
      <dgm:t>
        <a:bodyPr/>
        <a:lstStyle/>
        <a:p>
          <a:endParaRPr lang="en-US"/>
        </a:p>
      </dgm:t>
    </dgm:pt>
    <dgm:pt modelId="{8FBB8AC0-F09C-4FE7-8786-B94101103AE5}" type="sibTrans" cxnId="{679992D0-7ED1-4ED2-B891-575650212D49}">
      <dgm:prSet/>
      <dgm:spPr/>
      <dgm:t>
        <a:bodyPr/>
        <a:lstStyle/>
        <a:p>
          <a:endParaRPr lang="en-US"/>
        </a:p>
      </dgm:t>
    </dgm:pt>
    <dgm:pt modelId="{CF9EB13E-3F9C-4F9D-A70B-DB6BB7DEFD76}" type="pres">
      <dgm:prSet presAssocID="{E3028DF7-EBB3-4813-BF93-C6B861CB69A7}" presName="Name0" presStyleCnt="0">
        <dgm:presLayoutVars>
          <dgm:dir/>
          <dgm:animLvl val="lvl"/>
          <dgm:resizeHandles val="exact"/>
        </dgm:presLayoutVars>
      </dgm:prSet>
      <dgm:spPr/>
    </dgm:pt>
    <dgm:pt modelId="{211AF579-DD5C-4989-88C2-16C00D68E161}" type="pres">
      <dgm:prSet presAssocID="{494DE57F-11FF-4A85-80CA-8CFA6701705E}" presName="composite" presStyleCnt="0"/>
      <dgm:spPr/>
    </dgm:pt>
    <dgm:pt modelId="{0BE2711E-8E47-4777-86AC-B9E0C9DC2DDF}" type="pres">
      <dgm:prSet presAssocID="{494DE57F-11FF-4A85-80CA-8CFA6701705E}" presName="parTx" presStyleLbl="alignNode1" presStyleIdx="0" presStyleCnt="5">
        <dgm:presLayoutVars>
          <dgm:chMax val="0"/>
          <dgm:chPref val="0"/>
        </dgm:presLayoutVars>
      </dgm:prSet>
      <dgm:spPr/>
    </dgm:pt>
    <dgm:pt modelId="{B25FC305-A11F-437C-8F3B-DEB044F26311}" type="pres">
      <dgm:prSet presAssocID="{494DE57F-11FF-4A85-80CA-8CFA6701705E}" presName="desTx" presStyleLbl="alignAccFollowNode1" presStyleIdx="0" presStyleCnt="5">
        <dgm:presLayoutVars/>
      </dgm:prSet>
      <dgm:spPr/>
    </dgm:pt>
    <dgm:pt modelId="{8633565C-4E07-4A8F-965C-3A9F7DD986C3}" type="pres">
      <dgm:prSet presAssocID="{79F32A47-F0A6-4FA7-B241-203347A9E63A}" presName="space" presStyleCnt="0"/>
      <dgm:spPr/>
    </dgm:pt>
    <dgm:pt modelId="{AD5595F7-56DC-4DBB-860B-EA29231C09D9}" type="pres">
      <dgm:prSet presAssocID="{CFD76D12-C07E-42B4-A256-08397A3C173C}" presName="composite" presStyleCnt="0"/>
      <dgm:spPr/>
    </dgm:pt>
    <dgm:pt modelId="{D594BCC5-419F-403C-8D50-7617FD01AAD3}" type="pres">
      <dgm:prSet presAssocID="{CFD76D12-C07E-42B4-A256-08397A3C173C}" presName="parTx" presStyleLbl="alignNode1" presStyleIdx="1" presStyleCnt="5">
        <dgm:presLayoutVars>
          <dgm:chMax val="0"/>
          <dgm:chPref val="0"/>
        </dgm:presLayoutVars>
      </dgm:prSet>
      <dgm:spPr/>
    </dgm:pt>
    <dgm:pt modelId="{73DC789E-EB3F-4DF0-8359-5143C7E85EDA}" type="pres">
      <dgm:prSet presAssocID="{CFD76D12-C07E-42B4-A256-08397A3C173C}" presName="desTx" presStyleLbl="alignAccFollowNode1" presStyleIdx="1" presStyleCnt="5">
        <dgm:presLayoutVars/>
      </dgm:prSet>
      <dgm:spPr/>
    </dgm:pt>
    <dgm:pt modelId="{281016D4-5D72-4C70-9E5E-5BE997059E73}" type="pres">
      <dgm:prSet presAssocID="{E958FCEC-DF37-49C6-89B6-7D9659909D4F}" presName="space" presStyleCnt="0"/>
      <dgm:spPr/>
    </dgm:pt>
    <dgm:pt modelId="{37E8EC4D-1BA9-45CA-AB66-127B2D2E6BD5}" type="pres">
      <dgm:prSet presAssocID="{79224EA0-E034-4602-A2D5-E5FD13EA8287}" presName="composite" presStyleCnt="0"/>
      <dgm:spPr/>
    </dgm:pt>
    <dgm:pt modelId="{1B0FF5FD-B2DB-4243-8FAC-A129EFF513E2}" type="pres">
      <dgm:prSet presAssocID="{79224EA0-E034-4602-A2D5-E5FD13EA8287}" presName="parTx" presStyleLbl="alignNode1" presStyleIdx="2" presStyleCnt="5">
        <dgm:presLayoutVars>
          <dgm:chMax val="0"/>
          <dgm:chPref val="0"/>
        </dgm:presLayoutVars>
      </dgm:prSet>
      <dgm:spPr/>
    </dgm:pt>
    <dgm:pt modelId="{5653C8FA-40E8-47FD-AC35-D6FAAAEA3312}" type="pres">
      <dgm:prSet presAssocID="{79224EA0-E034-4602-A2D5-E5FD13EA8287}" presName="desTx" presStyleLbl="alignAccFollowNode1" presStyleIdx="2" presStyleCnt="5">
        <dgm:presLayoutVars/>
      </dgm:prSet>
      <dgm:spPr/>
    </dgm:pt>
    <dgm:pt modelId="{EF2C4CEE-ECAF-4C7C-8F3E-62E94B119B14}" type="pres">
      <dgm:prSet presAssocID="{9E5857B5-A0EE-483E-B3A1-256DACF4E12E}" presName="space" presStyleCnt="0"/>
      <dgm:spPr/>
    </dgm:pt>
    <dgm:pt modelId="{3128F6F8-2B22-45F2-AE07-C80F7492A76B}" type="pres">
      <dgm:prSet presAssocID="{D48FF75C-53E3-48F7-93AB-612BB2A94F67}" presName="composite" presStyleCnt="0"/>
      <dgm:spPr/>
    </dgm:pt>
    <dgm:pt modelId="{4B86ACFE-2362-4C8B-AB73-5769708BD71B}" type="pres">
      <dgm:prSet presAssocID="{D48FF75C-53E3-48F7-93AB-612BB2A94F67}" presName="parTx" presStyleLbl="alignNode1" presStyleIdx="3" presStyleCnt="5">
        <dgm:presLayoutVars>
          <dgm:chMax val="0"/>
          <dgm:chPref val="0"/>
        </dgm:presLayoutVars>
      </dgm:prSet>
      <dgm:spPr/>
    </dgm:pt>
    <dgm:pt modelId="{7B91B0E5-479F-4424-91B7-D1CA28D8CC19}" type="pres">
      <dgm:prSet presAssocID="{D48FF75C-53E3-48F7-93AB-612BB2A94F67}" presName="desTx" presStyleLbl="alignAccFollowNode1" presStyleIdx="3" presStyleCnt="5">
        <dgm:presLayoutVars/>
      </dgm:prSet>
      <dgm:spPr/>
    </dgm:pt>
    <dgm:pt modelId="{3CC9B6B0-79FA-48CB-9B4D-F40B61CF3602}" type="pres">
      <dgm:prSet presAssocID="{501C86EE-0E67-4988-9C8B-959F2337D1B1}" presName="space" presStyleCnt="0"/>
      <dgm:spPr/>
    </dgm:pt>
    <dgm:pt modelId="{4F31F454-9B2F-4572-99F2-68F42D19BACB}" type="pres">
      <dgm:prSet presAssocID="{8E0A038C-4BBD-4B6F-BD4B-10561FAF584C}" presName="composite" presStyleCnt="0"/>
      <dgm:spPr/>
    </dgm:pt>
    <dgm:pt modelId="{48926AC5-C3C4-4476-9CC9-47FE5378EA66}" type="pres">
      <dgm:prSet presAssocID="{8E0A038C-4BBD-4B6F-BD4B-10561FAF584C}" presName="parTx" presStyleLbl="alignNode1" presStyleIdx="4" presStyleCnt="5">
        <dgm:presLayoutVars>
          <dgm:chMax val="0"/>
          <dgm:chPref val="0"/>
        </dgm:presLayoutVars>
      </dgm:prSet>
      <dgm:spPr/>
    </dgm:pt>
    <dgm:pt modelId="{FF1A396F-A278-48A5-BE1E-1B1F02614F4A}" type="pres">
      <dgm:prSet presAssocID="{8E0A038C-4BBD-4B6F-BD4B-10561FAF584C}" presName="desTx" presStyleLbl="alignAccFollowNode1" presStyleIdx="4" presStyleCnt="5">
        <dgm:presLayoutVars/>
      </dgm:prSet>
      <dgm:spPr/>
    </dgm:pt>
  </dgm:ptLst>
  <dgm:cxnLst>
    <dgm:cxn modelId="{2DD4D600-B741-450E-AF97-DD618461DBF6}" type="presOf" srcId="{8E0A038C-4BBD-4B6F-BD4B-10561FAF584C}" destId="{48926AC5-C3C4-4476-9CC9-47FE5378EA66}" srcOrd="0" destOrd="0" presId="urn:microsoft.com/office/officeart/2016/7/layout/HorizontalActionList"/>
    <dgm:cxn modelId="{44CAE511-44FC-4186-A346-C197E21976E8}" srcId="{CFD76D12-C07E-42B4-A256-08397A3C173C}" destId="{789FF3CE-752C-4485-9BB0-73FDD0F2EF5C}" srcOrd="0" destOrd="0" parTransId="{2DA61D12-4A18-41BB-9F85-7494703FCA58}" sibTransId="{76A25572-D6DE-480B-AE53-2EE954AD2521}"/>
    <dgm:cxn modelId="{7328091F-A5FB-4E7E-B243-1CDF4954E261}" type="presOf" srcId="{28C92BD6-6415-4CAF-B8B1-33AADA61FCD0}" destId="{B25FC305-A11F-437C-8F3B-DEB044F26311}" srcOrd="0" destOrd="0" presId="urn:microsoft.com/office/officeart/2016/7/layout/HorizontalActionList"/>
    <dgm:cxn modelId="{6CD78B25-425E-4141-9584-900E929ADA6A}" srcId="{E3028DF7-EBB3-4813-BF93-C6B861CB69A7}" destId="{D48FF75C-53E3-48F7-93AB-612BB2A94F67}" srcOrd="3" destOrd="0" parTransId="{5E25DEC1-F184-4D6D-9945-0933F866D7EF}" sibTransId="{501C86EE-0E67-4988-9C8B-959F2337D1B1}"/>
    <dgm:cxn modelId="{00F2E430-8B14-45C2-BC28-797F3A0AC4ED}" srcId="{494DE57F-11FF-4A85-80CA-8CFA6701705E}" destId="{28C92BD6-6415-4CAF-B8B1-33AADA61FCD0}" srcOrd="0" destOrd="0" parTransId="{66FB35B2-17BB-400D-8B16-0FC0AE394E0D}" sibTransId="{24308832-C90E-440D-9C49-2BDF9F640D51}"/>
    <dgm:cxn modelId="{D5483338-814E-4624-B099-9539F17CFDC3}" type="presOf" srcId="{D6A60F07-92F2-48A1-9054-4215ED018118}" destId="{FF1A396F-A278-48A5-BE1E-1B1F02614F4A}" srcOrd="0" destOrd="0" presId="urn:microsoft.com/office/officeart/2016/7/layout/HorizontalActionList"/>
    <dgm:cxn modelId="{2C9E753B-D17B-4906-8C0B-40196C21AF28}" type="presOf" srcId="{CFD76D12-C07E-42B4-A256-08397A3C173C}" destId="{D594BCC5-419F-403C-8D50-7617FD01AAD3}" srcOrd="0" destOrd="0" presId="urn:microsoft.com/office/officeart/2016/7/layout/HorizontalActionList"/>
    <dgm:cxn modelId="{ED3E4F55-1AE8-41B4-A7EF-74F236AD0FED}" type="presOf" srcId="{D48FF75C-53E3-48F7-93AB-612BB2A94F67}" destId="{4B86ACFE-2362-4C8B-AB73-5769708BD71B}" srcOrd="0" destOrd="0" presId="urn:microsoft.com/office/officeart/2016/7/layout/HorizontalActionList"/>
    <dgm:cxn modelId="{D907D17E-64EA-4BF7-8016-FAA2712248CE}" type="presOf" srcId="{79224EA0-E034-4602-A2D5-E5FD13EA8287}" destId="{1B0FF5FD-B2DB-4243-8FAC-A129EFF513E2}" srcOrd="0" destOrd="0" presId="urn:microsoft.com/office/officeart/2016/7/layout/HorizontalActionList"/>
    <dgm:cxn modelId="{CBD07B87-9B65-4A8B-A3F7-16B76E53261A}" type="presOf" srcId="{E3028DF7-EBB3-4813-BF93-C6B861CB69A7}" destId="{CF9EB13E-3F9C-4F9D-A70B-DB6BB7DEFD76}" srcOrd="0" destOrd="0" presId="urn:microsoft.com/office/officeart/2016/7/layout/HorizontalActionList"/>
    <dgm:cxn modelId="{8828E092-29F6-4902-B229-87FDC156C713}" type="presOf" srcId="{B13A42C5-0014-44FC-B3D5-487EEAF3733B}" destId="{7B91B0E5-479F-4424-91B7-D1CA28D8CC19}" srcOrd="0" destOrd="0" presId="urn:microsoft.com/office/officeart/2016/7/layout/HorizontalActionList"/>
    <dgm:cxn modelId="{4C25E7A3-7D21-40EC-88A7-83085A68A656}" srcId="{E3028DF7-EBB3-4813-BF93-C6B861CB69A7}" destId="{79224EA0-E034-4602-A2D5-E5FD13EA8287}" srcOrd="2" destOrd="0" parTransId="{76062620-F15E-4CF6-8BF7-E1063F3A48D4}" sibTransId="{9E5857B5-A0EE-483E-B3A1-256DACF4E12E}"/>
    <dgm:cxn modelId="{A22B07AA-F9E9-4C66-9746-4A3EC5F075C7}" type="presOf" srcId="{789FF3CE-752C-4485-9BB0-73FDD0F2EF5C}" destId="{73DC789E-EB3F-4DF0-8359-5143C7E85EDA}" srcOrd="0" destOrd="0" presId="urn:microsoft.com/office/officeart/2016/7/layout/HorizontalActionList"/>
    <dgm:cxn modelId="{300CE8B7-FC67-4C84-96E4-F4BF5D775802}" type="presOf" srcId="{A749EA71-4775-4A90-BF64-15EAAFD92EF2}" destId="{5653C8FA-40E8-47FD-AC35-D6FAAAEA3312}" srcOrd="0" destOrd="0" presId="urn:microsoft.com/office/officeart/2016/7/layout/HorizontalActionList"/>
    <dgm:cxn modelId="{9E05C1BD-915D-4331-9E03-B6111E3FE7CB}" type="presOf" srcId="{494DE57F-11FF-4A85-80CA-8CFA6701705E}" destId="{0BE2711E-8E47-4777-86AC-B9E0C9DC2DDF}" srcOrd="0" destOrd="0" presId="urn:microsoft.com/office/officeart/2016/7/layout/HorizontalActionList"/>
    <dgm:cxn modelId="{679992D0-7ED1-4ED2-B891-575650212D49}" srcId="{8E0A038C-4BBD-4B6F-BD4B-10561FAF584C}" destId="{D6A60F07-92F2-48A1-9054-4215ED018118}" srcOrd="0" destOrd="0" parTransId="{DF1CD4C4-59B8-458C-A731-58E0CB107C91}" sibTransId="{8FBB8AC0-F09C-4FE7-8786-B94101103AE5}"/>
    <dgm:cxn modelId="{FA5EA6D2-F9A7-47B1-BD05-E54A756801DA}" srcId="{E3028DF7-EBB3-4813-BF93-C6B861CB69A7}" destId="{494DE57F-11FF-4A85-80CA-8CFA6701705E}" srcOrd="0" destOrd="0" parTransId="{60F9CD07-14EF-4356-A019-66E3FEF130B0}" sibTransId="{79F32A47-F0A6-4FA7-B241-203347A9E63A}"/>
    <dgm:cxn modelId="{69FE66D8-7472-4049-835F-94C98C416815}" srcId="{E3028DF7-EBB3-4813-BF93-C6B861CB69A7}" destId="{8E0A038C-4BBD-4B6F-BD4B-10561FAF584C}" srcOrd="4" destOrd="0" parTransId="{90C1EF8B-BE67-4CCA-BDF4-ADD51DD025CB}" sibTransId="{4F6442DF-E88F-48DC-B8C4-028A819772E2}"/>
    <dgm:cxn modelId="{C6552BE1-0554-4C05-B66A-0092BAC05FE5}" srcId="{E3028DF7-EBB3-4813-BF93-C6B861CB69A7}" destId="{CFD76D12-C07E-42B4-A256-08397A3C173C}" srcOrd="1" destOrd="0" parTransId="{238BF17E-9189-4B34-956F-9740966C282B}" sibTransId="{E958FCEC-DF37-49C6-89B6-7D9659909D4F}"/>
    <dgm:cxn modelId="{509C57E1-B1E0-4025-90BD-9162F6652A4D}" srcId="{D48FF75C-53E3-48F7-93AB-612BB2A94F67}" destId="{B13A42C5-0014-44FC-B3D5-487EEAF3733B}" srcOrd="0" destOrd="0" parTransId="{FB01086D-ECDB-4737-AD59-5CB9F45C6C27}" sibTransId="{E92CAA17-1D02-44B0-951D-BA651C310009}"/>
    <dgm:cxn modelId="{FDC6C3F0-9F1A-451B-AAC9-88A9BF3D39A6}" srcId="{79224EA0-E034-4602-A2D5-E5FD13EA8287}" destId="{A749EA71-4775-4A90-BF64-15EAAFD92EF2}" srcOrd="0" destOrd="0" parTransId="{A89F6BD3-E950-4B31-A65F-B68E942014C0}" sibTransId="{95485A9F-A317-42FF-81E1-61EA54630861}"/>
    <dgm:cxn modelId="{3A9AB5A8-542D-481B-918A-2901FE986425}" type="presParOf" srcId="{CF9EB13E-3F9C-4F9D-A70B-DB6BB7DEFD76}" destId="{211AF579-DD5C-4989-88C2-16C00D68E161}" srcOrd="0" destOrd="0" presId="urn:microsoft.com/office/officeart/2016/7/layout/HorizontalActionList"/>
    <dgm:cxn modelId="{42B5F7DB-E340-42CD-A192-D985A831D77E}" type="presParOf" srcId="{211AF579-DD5C-4989-88C2-16C00D68E161}" destId="{0BE2711E-8E47-4777-86AC-B9E0C9DC2DDF}" srcOrd="0" destOrd="0" presId="urn:microsoft.com/office/officeart/2016/7/layout/HorizontalActionList"/>
    <dgm:cxn modelId="{D1755653-DB34-4162-B67F-2D2EAF4F9EA5}" type="presParOf" srcId="{211AF579-DD5C-4989-88C2-16C00D68E161}" destId="{B25FC305-A11F-437C-8F3B-DEB044F26311}" srcOrd="1" destOrd="0" presId="urn:microsoft.com/office/officeart/2016/7/layout/HorizontalActionList"/>
    <dgm:cxn modelId="{179000F8-E38C-490C-AB23-614641A9FEF1}" type="presParOf" srcId="{CF9EB13E-3F9C-4F9D-A70B-DB6BB7DEFD76}" destId="{8633565C-4E07-4A8F-965C-3A9F7DD986C3}" srcOrd="1" destOrd="0" presId="urn:microsoft.com/office/officeart/2016/7/layout/HorizontalActionList"/>
    <dgm:cxn modelId="{6A279127-72E1-45F7-B067-05884B28E1EA}" type="presParOf" srcId="{CF9EB13E-3F9C-4F9D-A70B-DB6BB7DEFD76}" destId="{AD5595F7-56DC-4DBB-860B-EA29231C09D9}" srcOrd="2" destOrd="0" presId="urn:microsoft.com/office/officeart/2016/7/layout/HorizontalActionList"/>
    <dgm:cxn modelId="{B8500D51-5447-4BDD-9818-316271FB080C}" type="presParOf" srcId="{AD5595F7-56DC-4DBB-860B-EA29231C09D9}" destId="{D594BCC5-419F-403C-8D50-7617FD01AAD3}" srcOrd="0" destOrd="0" presId="urn:microsoft.com/office/officeart/2016/7/layout/HorizontalActionList"/>
    <dgm:cxn modelId="{3AF38A60-306D-408E-A4A8-2353A84BD3E5}" type="presParOf" srcId="{AD5595F7-56DC-4DBB-860B-EA29231C09D9}" destId="{73DC789E-EB3F-4DF0-8359-5143C7E85EDA}" srcOrd="1" destOrd="0" presId="urn:microsoft.com/office/officeart/2016/7/layout/HorizontalActionList"/>
    <dgm:cxn modelId="{E191F3BF-B486-4104-9532-C5EB39CA501C}" type="presParOf" srcId="{CF9EB13E-3F9C-4F9D-A70B-DB6BB7DEFD76}" destId="{281016D4-5D72-4C70-9E5E-5BE997059E73}" srcOrd="3" destOrd="0" presId="urn:microsoft.com/office/officeart/2016/7/layout/HorizontalActionList"/>
    <dgm:cxn modelId="{4803C5F5-28FA-4744-9CC1-73FF38E84D13}" type="presParOf" srcId="{CF9EB13E-3F9C-4F9D-A70B-DB6BB7DEFD76}" destId="{37E8EC4D-1BA9-45CA-AB66-127B2D2E6BD5}" srcOrd="4" destOrd="0" presId="urn:microsoft.com/office/officeart/2016/7/layout/HorizontalActionList"/>
    <dgm:cxn modelId="{428F182E-B484-4066-BFFB-EA0E4F2CF507}" type="presParOf" srcId="{37E8EC4D-1BA9-45CA-AB66-127B2D2E6BD5}" destId="{1B0FF5FD-B2DB-4243-8FAC-A129EFF513E2}" srcOrd="0" destOrd="0" presId="urn:microsoft.com/office/officeart/2016/7/layout/HorizontalActionList"/>
    <dgm:cxn modelId="{539AE351-4A6B-4321-A44E-CCE103A64E47}" type="presParOf" srcId="{37E8EC4D-1BA9-45CA-AB66-127B2D2E6BD5}" destId="{5653C8FA-40E8-47FD-AC35-D6FAAAEA3312}" srcOrd="1" destOrd="0" presId="urn:microsoft.com/office/officeart/2016/7/layout/HorizontalActionList"/>
    <dgm:cxn modelId="{558F90AE-1F4C-42A8-BD51-B66547862E1A}" type="presParOf" srcId="{CF9EB13E-3F9C-4F9D-A70B-DB6BB7DEFD76}" destId="{EF2C4CEE-ECAF-4C7C-8F3E-62E94B119B14}" srcOrd="5" destOrd="0" presId="urn:microsoft.com/office/officeart/2016/7/layout/HorizontalActionList"/>
    <dgm:cxn modelId="{312851DC-293A-46FF-99B9-8A49984D2CAE}" type="presParOf" srcId="{CF9EB13E-3F9C-4F9D-A70B-DB6BB7DEFD76}" destId="{3128F6F8-2B22-45F2-AE07-C80F7492A76B}" srcOrd="6" destOrd="0" presId="urn:microsoft.com/office/officeart/2016/7/layout/HorizontalActionList"/>
    <dgm:cxn modelId="{36F7752A-8E5D-4B25-980B-E1E0C72BAC54}" type="presParOf" srcId="{3128F6F8-2B22-45F2-AE07-C80F7492A76B}" destId="{4B86ACFE-2362-4C8B-AB73-5769708BD71B}" srcOrd="0" destOrd="0" presId="urn:microsoft.com/office/officeart/2016/7/layout/HorizontalActionList"/>
    <dgm:cxn modelId="{6C826457-629E-4AC4-9057-2844EB7E82D6}" type="presParOf" srcId="{3128F6F8-2B22-45F2-AE07-C80F7492A76B}" destId="{7B91B0E5-479F-4424-91B7-D1CA28D8CC19}" srcOrd="1" destOrd="0" presId="urn:microsoft.com/office/officeart/2016/7/layout/HorizontalActionList"/>
    <dgm:cxn modelId="{57501BE6-6642-4182-AE6E-7B94414A871D}" type="presParOf" srcId="{CF9EB13E-3F9C-4F9D-A70B-DB6BB7DEFD76}" destId="{3CC9B6B0-79FA-48CB-9B4D-F40B61CF3602}" srcOrd="7" destOrd="0" presId="urn:microsoft.com/office/officeart/2016/7/layout/HorizontalActionList"/>
    <dgm:cxn modelId="{3DA5A336-3960-4F14-8B1E-397955CFD47B}" type="presParOf" srcId="{CF9EB13E-3F9C-4F9D-A70B-DB6BB7DEFD76}" destId="{4F31F454-9B2F-4572-99F2-68F42D19BACB}" srcOrd="8" destOrd="0" presId="urn:microsoft.com/office/officeart/2016/7/layout/HorizontalActionList"/>
    <dgm:cxn modelId="{6CE6750C-17EB-4D9A-868D-50F6D36F1DD0}" type="presParOf" srcId="{4F31F454-9B2F-4572-99F2-68F42D19BACB}" destId="{48926AC5-C3C4-4476-9CC9-47FE5378EA66}" srcOrd="0" destOrd="0" presId="urn:microsoft.com/office/officeart/2016/7/layout/HorizontalActionList"/>
    <dgm:cxn modelId="{D5694890-FC74-4ABF-B5B7-E03B4445E325}" type="presParOf" srcId="{4F31F454-9B2F-4572-99F2-68F42D19BACB}" destId="{FF1A396F-A278-48A5-BE1E-1B1F02614F4A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3EF515-4903-41A8-B79C-C5FD819135D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653929-E8C7-4DA7-A30E-C46D0FEE7D85}">
      <dgm:prSet/>
      <dgm:spPr/>
      <dgm:t>
        <a:bodyPr/>
        <a:lstStyle/>
        <a:p>
          <a:r>
            <a:rPr lang="en-US"/>
            <a:t>Overall validation accuracy stays around 83–84% after fine-tuning</a:t>
          </a:r>
        </a:p>
      </dgm:t>
    </dgm:pt>
    <dgm:pt modelId="{8FAA4FA4-F1FA-4E01-863D-77B1036B9E44}" type="parTrans" cxnId="{A1770775-A174-4D85-9096-94FC7AB8D892}">
      <dgm:prSet/>
      <dgm:spPr/>
      <dgm:t>
        <a:bodyPr/>
        <a:lstStyle/>
        <a:p>
          <a:endParaRPr lang="en-US"/>
        </a:p>
      </dgm:t>
    </dgm:pt>
    <dgm:pt modelId="{B0FF1F39-CAF4-43DC-8FB4-A6288B8DF58F}" type="sibTrans" cxnId="{A1770775-A174-4D85-9096-94FC7AB8D892}">
      <dgm:prSet/>
      <dgm:spPr/>
      <dgm:t>
        <a:bodyPr/>
        <a:lstStyle/>
        <a:p>
          <a:endParaRPr lang="en-US"/>
        </a:p>
      </dgm:t>
    </dgm:pt>
    <dgm:pt modelId="{75C842A0-FB63-4857-ACB7-9A0259067DC1}">
      <dgm:prSet/>
      <dgm:spPr/>
      <dgm:t>
        <a:bodyPr/>
        <a:lstStyle/>
        <a:p>
          <a:r>
            <a:rPr lang="en-US"/>
            <a:t>Cat precision: ~0.70 → ~0.72</a:t>
          </a:r>
        </a:p>
      </dgm:t>
    </dgm:pt>
    <dgm:pt modelId="{2E5B1D3B-9267-4A4A-8FF8-89AA32C51B93}" type="parTrans" cxnId="{7C1D9E8F-BC51-4980-BDBE-EF55AD6E35E5}">
      <dgm:prSet/>
      <dgm:spPr/>
      <dgm:t>
        <a:bodyPr/>
        <a:lstStyle/>
        <a:p>
          <a:endParaRPr lang="en-US"/>
        </a:p>
      </dgm:t>
    </dgm:pt>
    <dgm:pt modelId="{3A65CEFE-322B-4E48-B7E2-639DCEC53377}" type="sibTrans" cxnId="{7C1D9E8F-BC51-4980-BDBE-EF55AD6E35E5}">
      <dgm:prSet/>
      <dgm:spPr/>
      <dgm:t>
        <a:bodyPr/>
        <a:lstStyle/>
        <a:p>
          <a:endParaRPr lang="en-US"/>
        </a:p>
      </dgm:t>
    </dgm:pt>
    <dgm:pt modelId="{CC925205-E84A-4CE9-A05C-B89F3217734A}">
      <dgm:prSet/>
      <dgm:spPr/>
      <dgm:t>
        <a:bodyPr/>
        <a:lstStyle/>
        <a:p>
          <a:r>
            <a:rPr lang="en-US"/>
            <a:t>Cat recall: ~0.67 → ~0.73</a:t>
          </a:r>
        </a:p>
      </dgm:t>
    </dgm:pt>
    <dgm:pt modelId="{B70242B4-158C-4EC7-8D74-B6834A77A0DD}" type="parTrans" cxnId="{CD4F110D-CE97-49F1-AD51-59F90D0A9E90}">
      <dgm:prSet/>
      <dgm:spPr/>
      <dgm:t>
        <a:bodyPr/>
        <a:lstStyle/>
        <a:p>
          <a:endParaRPr lang="en-US"/>
        </a:p>
      </dgm:t>
    </dgm:pt>
    <dgm:pt modelId="{AE725B0E-5F63-4876-8102-543AA70DE0EA}" type="sibTrans" cxnId="{CD4F110D-CE97-49F1-AD51-59F90D0A9E90}">
      <dgm:prSet/>
      <dgm:spPr/>
      <dgm:t>
        <a:bodyPr/>
        <a:lstStyle/>
        <a:p>
          <a:endParaRPr lang="en-US"/>
        </a:p>
      </dgm:t>
    </dgm:pt>
    <dgm:pt modelId="{87FFBAB4-3FFF-4BCC-8E31-5F948E48F64C}">
      <dgm:prSet/>
      <dgm:spPr/>
      <dgm:t>
        <a:bodyPr/>
        <a:lstStyle/>
        <a:p>
          <a:r>
            <a:rPr lang="en-US"/>
            <a:t>Cat F1 score improves accordingly</a:t>
          </a:r>
        </a:p>
      </dgm:t>
    </dgm:pt>
    <dgm:pt modelId="{93AFCF66-E31C-4433-8D2A-8782778A3730}" type="parTrans" cxnId="{9C98694A-83D7-4515-B03D-10436412C38B}">
      <dgm:prSet/>
      <dgm:spPr/>
      <dgm:t>
        <a:bodyPr/>
        <a:lstStyle/>
        <a:p>
          <a:endParaRPr lang="en-US"/>
        </a:p>
      </dgm:t>
    </dgm:pt>
    <dgm:pt modelId="{BA3E5809-2C1C-4D28-828B-2A9566929241}" type="sibTrans" cxnId="{9C98694A-83D7-4515-B03D-10436412C38B}">
      <dgm:prSet/>
      <dgm:spPr/>
      <dgm:t>
        <a:bodyPr/>
        <a:lstStyle/>
        <a:p>
          <a:endParaRPr lang="en-US"/>
        </a:p>
      </dgm:t>
    </dgm:pt>
    <dgm:pt modelId="{DBAB0157-4130-4C14-B5F5-82B8D8AB2FE6}">
      <dgm:prSet/>
      <dgm:spPr/>
      <dgm:t>
        <a:bodyPr/>
        <a:lstStyle/>
        <a:p>
          <a:r>
            <a:rPr lang="en-US"/>
            <a:t>Fine-tuning fixes many misclassified cat images without hurting other classes</a:t>
          </a:r>
        </a:p>
      </dgm:t>
    </dgm:pt>
    <dgm:pt modelId="{90841DA3-005C-45F7-86D2-A0743368998C}" type="parTrans" cxnId="{73B83636-07C0-4829-BE83-03E4CCB09976}">
      <dgm:prSet/>
      <dgm:spPr/>
      <dgm:t>
        <a:bodyPr/>
        <a:lstStyle/>
        <a:p>
          <a:endParaRPr lang="en-US"/>
        </a:p>
      </dgm:t>
    </dgm:pt>
    <dgm:pt modelId="{8AC10E4D-EE04-469D-A192-0B1B5A74245C}" type="sibTrans" cxnId="{73B83636-07C0-4829-BE83-03E4CCB09976}">
      <dgm:prSet/>
      <dgm:spPr/>
      <dgm:t>
        <a:bodyPr/>
        <a:lstStyle/>
        <a:p>
          <a:endParaRPr lang="en-US"/>
        </a:p>
      </dgm:t>
    </dgm:pt>
    <dgm:pt modelId="{CAA86EEF-5972-493B-A638-003DDC1484B4}" type="pres">
      <dgm:prSet presAssocID="{A53EF515-4903-41A8-B79C-C5FD819135DC}" presName="linear" presStyleCnt="0">
        <dgm:presLayoutVars>
          <dgm:animLvl val="lvl"/>
          <dgm:resizeHandles val="exact"/>
        </dgm:presLayoutVars>
      </dgm:prSet>
      <dgm:spPr/>
    </dgm:pt>
    <dgm:pt modelId="{B50D7DE8-40D4-46B7-845D-B986E0E99A9C}" type="pres">
      <dgm:prSet presAssocID="{FE653929-E8C7-4DA7-A30E-C46D0FEE7D8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D421EA9-FE8F-45D8-A45C-6C5FFA5E0260}" type="pres">
      <dgm:prSet presAssocID="{B0FF1F39-CAF4-43DC-8FB4-A6288B8DF58F}" presName="spacer" presStyleCnt="0"/>
      <dgm:spPr/>
    </dgm:pt>
    <dgm:pt modelId="{5F6F980B-44A2-4905-A505-03437645BBE2}" type="pres">
      <dgm:prSet presAssocID="{75C842A0-FB63-4857-ACB7-9A0259067DC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FE1CCE4-0F76-466A-A62C-116AF7D49F82}" type="pres">
      <dgm:prSet presAssocID="{3A65CEFE-322B-4E48-B7E2-639DCEC53377}" presName="spacer" presStyleCnt="0"/>
      <dgm:spPr/>
    </dgm:pt>
    <dgm:pt modelId="{EDF3AA5A-9D46-43F2-B670-93D1F747C9A0}" type="pres">
      <dgm:prSet presAssocID="{CC925205-E84A-4CE9-A05C-B89F3217734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2473CF1-E1B3-4B52-B385-00145F8446E4}" type="pres">
      <dgm:prSet presAssocID="{AE725B0E-5F63-4876-8102-543AA70DE0EA}" presName="spacer" presStyleCnt="0"/>
      <dgm:spPr/>
    </dgm:pt>
    <dgm:pt modelId="{7468C53E-642B-45EA-856F-18F53914C995}" type="pres">
      <dgm:prSet presAssocID="{87FFBAB4-3FFF-4BCC-8E31-5F948E48F64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7E1AB51-7E59-4C8E-98AD-3626412AC687}" type="pres">
      <dgm:prSet presAssocID="{BA3E5809-2C1C-4D28-828B-2A9566929241}" presName="spacer" presStyleCnt="0"/>
      <dgm:spPr/>
    </dgm:pt>
    <dgm:pt modelId="{E2EDC39E-BB11-4C82-AE4F-02B5C3AFF0A7}" type="pres">
      <dgm:prSet presAssocID="{DBAB0157-4130-4C14-B5F5-82B8D8AB2FE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6B97D02-7AE6-4FA2-AC49-7BBAC98113AF}" type="presOf" srcId="{A53EF515-4903-41A8-B79C-C5FD819135DC}" destId="{CAA86EEF-5972-493B-A638-003DDC1484B4}" srcOrd="0" destOrd="0" presId="urn:microsoft.com/office/officeart/2005/8/layout/vList2"/>
    <dgm:cxn modelId="{5E91400C-C8A4-4EBD-8970-A32EE9A715E6}" type="presOf" srcId="{DBAB0157-4130-4C14-B5F5-82B8D8AB2FE6}" destId="{E2EDC39E-BB11-4C82-AE4F-02B5C3AFF0A7}" srcOrd="0" destOrd="0" presId="urn:microsoft.com/office/officeart/2005/8/layout/vList2"/>
    <dgm:cxn modelId="{CD4F110D-CE97-49F1-AD51-59F90D0A9E90}" srcId="{A53EF515-4903-41A8-B79C-C5FD819135DC}" destId="{CC925205-E84A-4CE9-A05C-B89F3217734A}" srcOrd="2" destOrd="0" parTransId="{B70242B4-158C-4EC7-8D74-B6834A77A0DD}" sibTransId="{AE725B0E-5F63-4876-8102-543AA70DE0EA}"/>
    <dgm:cxn modelId="{358BDB11-3898-44AF-9E2C-0F3B3A5BD8A7}" type="presOf" srcId="{CC925205-E84A-4CE9-A05C-B89F3217734A}" destId="{EDF3AA5A-9D46-43F2-B670-93D1F747C9A0}" srcOrd="0" destOrd="0" presId="urn:microsoft.com/office/officeart/2005/8/layout/vList2"/>
    <dgm:cxn modelId="{73B83636-07C0-4829-BE83-03E4CCB09976}" srcId="{A53EF515-4903-41A8-B79C-C5FD819135DC}" destId="{DBAB0157-4130-4C14-B5F5-82B8D8AB2FE6}" srcOrd="4" destOrd="0" parTransId="{90841DA3-005C-45F7-86D2-A0743368998C}" sibTransId="{8AC10E4D-EE04-469D-A192-0B1B5A74245C}"/>
    <dgm:cxn modelId="{9C98694A-83D7-4515-B03D-10436412C38B}" srcId="{A53EF515-4903-41A8-B79C-C5FD819135DC}" destId="{87FFBAB4-3FFF-4BCC-8E31-5F948E48F64C}" srcOrd="3" destOrd="0" parTransId="{93AFCF66-E31C-4433-8D2A-8782778A3730}" sibTransId="{BA3E5809-2C1C-4D28-828B-2A9566929241}"/>
    <dgm:cxn modelId="{A1770775-A174-4D85-9096-94FC7AB8D892}" srcId="{A53EF515-4903-41A8-B79C-C5FD819135DC}" destId="{FE653929-E8C7-4DA7-A30E-C46D0FEE7D85}" srcOrd="0" destOrd="0" parTransId="{8FAA4FA4-F1FA-4E01-863D-77B1036B9E44}" sibTransId="{B0FF1F39-CAF4-43DC-8FB4-A6288B8DF58F}"/>
    <dgm:cxn modelId="{75971E75-50F3-487A-ABF2-41C62DADCCC7}" type="presOf" srcId="{FE653929-E8C7-4DA7-A30E-C46D0FEE7D85}" destId="{B50D7DE8-40D4-46B7-845D-B986E0E99A9C}" srcOrd="0" destOrd="0" presId="urn:microsoft.com/office/officeart/2005/8/layout/vList2"/>
    <dgm:cxn modelId="{7C1D9E8F-BC51-4980-BDBE-EF55AD6E35E5}" srcId="{A53EF515-4903-41A8-B79C-C5FD819135DC}" destId="{75C842A0-FB63-4857-ACB7-9A0259067DC1}" srcOrd="1" destOrd="0" parTransId="{2E5B1D3B-9267-4A4A-8FF8-89AA32C51B93}" sibTransId="{3A65CEFE-322B-4E48-B7E2-639DCEC53377}"/>
    <dgm:cxn modelId="{F00F8DCB-E490-4233-8341-1985785FF099}" type="presOf" srcId="{75C842A0-FB63-4857-ACB7-9A0259067DC1}" destId="{5F6F980B-44A2-4905-A505-03437645BBE2}" srcOrd="0" destOrd="0" presId="urn:microsoft.com/office/officeart/2005/8/layout/vList2"/>
    <dgm:cxn modelId="{F13983CF-CC11-4BBA-BF86-8020F7DAA4DA}" type="presOf" srcId="{87FFBAB4-3FFF-4BCC-8E31-5F948E48F64C}" destId="{7468C53E-642B-45EA-856F-18F53914C995}" srcOrd="0" destOrd="0" presId="urn:microsoft.com/office/officeart/2005/8/layout/vList2"/>
    <dgm:cxn modelId="{3075BC5C-CBAE-4921-A87A-E66667231CBF}" type="presParOf" srcId="{CAA86EEF-5972-493B-A638-003DDC1484B4}" destId="{B50D7DE8-40D4-46B7-845D-B986E0E99A9C}" srcOrd="0" destOrd="0" presId="urn:microsoft.com/office/officeart/2005/8/layout/vList2"/>
    <dgm:cxn modelId="{2B05E27E-7802-42B1-BD26-853420DF6A75}" type="presParOf" srcId="{CAA86EEF-5972-493B-A638-003DDC1484B4}" destId="{9D421EA9-FE8F-45D8-A45C-6C5FFA5E0260}" srcOrd="1" destOrd="0" presId="urn:microsoft.com/office/officeart/2005/8/layout/vList2"/>
    <dgm:cxn modelId="{77D3814F-992E-43C7-AB11-67CAC353CE99}" type="presParOf" srcId="{CAA86EEF-5972-493B-A638-003DDC1484B4}" destId="{5F6F980B-44A2-4905-A505-03437645BBE2}" srcOrd="2" destOrd="0" presId="urn:microsoft.com/office/officeart/2005/8/layout/vList2"/>
    <dgm:cxn modelId="{35177C81-A9A2-465C-B8B7-29270247DE84}" type="presParOf" srcId="{CAA86EEF-5972-493B-A638-003DDC1484B4}" destId="{1FE1CCE4-0F76-466A-A62C-116AF7D49F82}" srcOrd="3" destOrd="0" presId="urn:microsoft.com/office/officeart/2005/8/layout/vList2"/>
    <dgm:cxn modelId="{B53B485C-DF3B-4307-8657-870021C56DA9}" type="presParOf" srcId="{CAA86EEF-5972-493B-A638-003DDC1484B4}" destId="{EDF3AA5A-9D46-43F2-B670-93D1F747C9A0}" srcOrd="4" destOrd="0" presId="urn:microsoft.com/office/officeart/2005/8/layout/vList2"/>
    <dgm:cxn modelId="{63EAD0D0-9432-4813-BCF6-161FCDA7B19B}" type="presParOf" srcId="{CAA86EEF-5972-493B-A638-003DDC1484B4}" destId="{E2473CF1-E1B3-4B52-B385-00145F8446E4}" srcOrd="5" destOrd="0" presId="urn:microsoft.com/office/officeart/2005/8/layout/vList2"/>
    <dgm:cxn modelId="{17B2E23D-9C1D-475E-820A-CA87FB025678}" type="presParOf" srcId="{CAA86EEF-5972-493B-A638-003DDC1484B4}" destId="{7468C53E-642B-45EA-856F-18F53914C995}" srcOrd="6" destOrd="0" presId="urn:microsoft.com/office/officeart/2005/8/layout/vList2"/>
    <dgm:cxn modelId="{B6352465-0354-408E-A44C-BF2A1DE99C66}" type="presParOf" srcId="{CAA86EEF-5972-493B-A638-003DDC1484B4}" destId="{67E1AB51-7E59-4C8E-98AD-3626412AC687}" srcOrd="7" destOrd="0" presId="urn:microsoft.com/office/officeart/2005/8/layout/vList2"/>
    <dgm:cxn modelId="{489F1ABA-4DBB-4078-A700-4DEA7589DAC8}" type="presParOf" srcId="{CAA86EEF-5972-493B-A638-003DDC1484B4}" destId="{E2EDC39E-BB11-4C82-AE4F-02B5C3AFF0A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F54F99-C614-4C7F-AB20-D135B24A27A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13A673-86D7-43C4-A4B8-A0E69248F0AF}">
      <dgm:prSet/>
      <dgm:spPr/>
      <dgm:t>
        <a:bodyPr/>
        <a:lstStyle/>
        <a:p>
          <a:r>
            <a:rPr lang="en-US"/>
            <a:t>MobileNetV2: small model trained for a few epochs on CIFAR-10</a:t>
          </a:r>
        </a:p>
      </dgm:t>
    </dgm:pt>
    <dgm:pt modelId="{07FB06B7-83F5-4EB8-A915-D62355582381}" type="parTrans" cxnId="{A1F14146-19B6-4628-93C7-8F8DEC58AC4B}">
      <dgm:prSet/>
      <dgm:spPr/>
      <dgm:t>
        <a:bodyPr/>
        <a:lstStyle/>
        <a:p>
          <a:endParaRPr lang="en-US"/>
        </a:p>
      </dgm:t>
    </dgm:pt>
    <dgm:pt modelId="{EFA6C2FB-7A1A-41D4-B1F4-531916EFB2B6}" type="sibTrans" cxnId="{A1F14146-19B6-4628-93C7-8F8DEC58AC4B}">
      <dgm:prSet/>
      <dgm:spPr/>
      <dgm:t>
        <a:bodyPr/>
        <a:lstStyle/>
        <a:p>
          <a:endParaRPr lang="en-US"/>
        </a:p>
      </dgm:t>
    </dgm:pt>
    <dgm:pt modelId="{D1468E2D-D82C-4C2A-9C80-C8468C5F2B1F}">
      <dgm:prSet/>
      <dgm:spPr/>
      <dgm:t>
        <a:bodyPr/>
        <a:lstStyle/>
        <a:p>
          <a:r>
            <a:rPr lang="en-US"/>
            <a:t>Transfer-learning ResNet-18: ImageNet-pretrained, only final layer trained</a:t>
          </a:r>
        </a:p>
      </dgm:t>
    </dgm:pt>
    <dgm:pt modelId="{E9A39D9D-5760-45E5-8F22-6915C7D9F935}" type="parTrans" cxnId="{5BCEF7CC-7960-4453-9BA1-ACF7E14F34CD}">
      <dgm:prSet/>
      <dgm:spPr/>
      <dgm:t>
        <a:bodyPr/>
        <a:lstStyle/>
        <a:p>
          <a:endParaRPr lang="en-US"/>
        </a:p>
      </dgm:t>
    </dgm:pt>
    <dgm:pt modelId="{89FFD86D-5140-451B-9F62-BC775A3B0E20}" type="sibTrans" cxnId="{5BCEF7CC-7960-4453-9BA1-ACF7E14F34CD}">
      <dgm:prSet/>
      <dgm:spPr/>
      <dgm:t>
        <a:bodyPr/>
        <a:lstStyle/>
        <a:p>
          <a:endParaRPr lang="en-US"/>
        </a:p>
      </dgm:t>
    </dgm:pt>
    <dgm:pt modelId="{7E5F3AB7-6038-43AE-914B-35E70F2A3E7D}">
      <dgm:prSet/>
      <dgm:spPr/>
      <dgm:t>
        <a:bodyPr/>
        <a:lstStyle/>
        <a:p>
          <a:r>
            <a:rPr lang="en-US"/>
            <a:t>Both models reach similar overall accuracy on CIFAR-10</a:t>
          </a:r>
        </a:p>
      </dgm:t>
    </dgm:pt>
    <dgm:pt modelId="{E3C977B5-71CB-4D60-A9B6-9E2771859FBD}" type="parTrans" cxnId="{E8DBA6BC-5133-4AAF-9DDE-8F1503EC347A}">
      <dgm:prSet/>
      <dgm:spPr/>
      <dgm:t>
        <a:bodyPr/>
        <a:lstStyle/>
        <a:p>
          <a:endParaRPr lang="en-US"/>
        </a:p>
      </dgm:t>
    </dgm:pt>
    <dgm:pt modelId="{9AFE277F-E577-429A-8B76-0CBAA52F5A10}" type="sibTrans" cxnId="{E8DBA6BC-5133-4AAF-9DDE-8F1503EC347A}">
      <dgm:prSet/>
      <dgm:spPr/>
      <dgm:t>
        <a:bodyPr/>
        <a:lstStyle/>
        <a:p>
          <a:endParaRPr lang="en-US"/>
        </a:p>
      </dgm:t>
    </dgm:pt>
    <dgm:pt modelId="{A6EC5FA4-52D4-4498-A201-76D177D5B66B}">
      <dgm:prSet/>
      <dgm:spPr/>
      <dgm:t>
        <a:bodyPr/>
        <a:lstStyle/>
        <a:p>
          <a:r>
            <a:rPr lang="en-US"/>
            <a:t>Class-weighted fine-tuned ResNet-18 gives the clearest cat-class improvement</a:t>
          </a:r>
        </a:p>
      </dgm:t>
    </dgm:pt>
    <dgm:pt modelId="{66AAD1F8-87B1-4F06-B5CF-869AC96C2F7A}" type="parTrans" cxnId="{8153A752-0544-45BC-9375-3B249B099517}">
      <dgm:prSet/>
      <dgm:spPr/>
      <dgm:t>
        <a:bodyPr/>
        <a:lstStyle/>
        <a:p>
          <a:endParaRPr lang="en-US"/>
        </a:p>
      </dgm:t>
    </dgm:pt>
    <dgm:pt modelId="{15B18DC6-5AC2-4374-AF3B-ACD34A7540CC}" type="sibTrans" cxnId="{8153A752-0544-45BC-9375-3B249B099517}">
      <dgm:prSet/>
      <dgm:spPr/>
      <dgm:t>
        <a:bodyPr/>
        <a:lstStyle/>
        <a:p>
          <a:endParaRPr lang="en-US"/>
        </a:p>
      </dgm:t>
    </dgm:pt>
    <dgm:pt modelId="{B881F5FE-5E51-4812-899A-8164B511DDF6}">
      <dgm:prSet/>
      <dgm:spPr/>
      <dgm:t>
        <a:bodyPr/>
        <a:lstStyle/>
        <a:p>
          <a:r>
            <a:rPr lang="en-US"/>
            <a:t>Final plots compare accuracy and cat precision/recall across all models</a:t>
          </a:r>
        </a:p>
      </dgm:t>
    </dgm:pt>
    <dgm:pt modelId="{79AE20AE-3C52-4BE3-9F9F-C450EA3485C6}" type="parTrans" cxnId="{F584AF8B-1BBC-455D-85D6-C1B53057FCC5}">
      <dgm:prSet/>
      <dgm:spPr/>
      <dgm:t>
        <a:bodyPr/>
        <a:lstStyle/>
        <a:p>
          <a:endParaRPr lang="en-US"/>
        </a:p>
      </dgm:t>
    </dgm:pt>
    <dgm:pt modelId="{5ED4B957-12AB-4DBA-BA14-0C56CF39AEC8}" type="sibTrans" cxnId="{F584AF8B-1BBC-455D-85D6-C1B53057FCC5}">
      <dgm:prSet/>
      <dgm:spPr/>
      <dgm:t>
        <a:bodyPr/>
        <a:lstStyle/>
        <a:p>
          <a:endParaRPr lang="en-US"/>
        </a:p>
      </dgm:t>
    </dgm:pt>
    <dgm:pt modelId="{122B39E2-4A4F-47DF-851D-2658426BEB2C}" type="pres">
      <dgm:prSet presAssocID="{36F54F99-C614-4C7F-AB20-D135B24A27A9}" presName="linear" presStyleCnt="0">
        <dgm:presLayoutVars>
          <dgm:animLvl val="lvl"/>
          <dgm:resizeHandles val="exact"/>
        </dgm:presLayoutVars>
      </dgm:prSet>
      <dgm:spPr/>
    </dgm:pt>
    <dgm:pt modelId="{7119CBE8-D28D-4B77-A1DF-C3DA14EADA95}" type="pres">
      <dgm:prSet presAssocID="{6B13A673-86D7-43C4-A4B8-A0E69248F0A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553EDC8-7348-4549-8D5E-4F8DEF3DFF69}" type="pres">
      <dgm:prSet presAssocID="{EFA6C2FB-7A1A-41D4-B1F4-531916EFB2B6}" presName="spacer" presStyleCnt="0"/>
      <dgm:spPr/>
    </dgm:pt>
    <dgm:pt modelId="{7EB4983E-8887-4284-9840-5057443BE9B1}" type="pres">
      <dgm:prSet presAssocID="{D1468E2D-D82C-4C2A-9C80-C8468C5F2B1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E64F023-47FA-4579-95FD-9B30528A2874}" type="pres">
      <dgm:prSet presAssocID="{89FFD86D-5140-451B-9F62-BC775A3B0E20}" presName="spacer" presStyleCnt="0"/>
      <dgm:spPr/>
    </dgm:pt>
    <dgm:pt modelId="{9D12EE42-DC82-4511-A019-5167C052680D}" type="pres">
      <dgm:prSet presAssocID="{7E5F3AB7-6038-43AE-914B-35E70F2A3E7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665C22C-4673-4906-B1FD-10FBBB42FCA5}" type="pres">
      <dgm:prSet presAssocID="{9AFE277F-E577-429A-8B76-0CBAA52F5A10}" presName="spacer" presStyleCnt="0"/>
      <dgm:spPr/>
    </dgm:pt>
    <dgm:pt modelId="{0294D544-E85B-4FB3-A035-BB2ABC20B427}" type="pres">
      <dgm:prSet presAssocID="{A6EC5FA4-52D4-4498-A201-76D177D5B66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A1E1A33-EB52-4895-B640-5A5547B7149D}" type="pres">
      <dgm:prSet presAssocID="{15B18DC6-5AC2-4374-AF3B-ACD34A7540CC}" presName="spacer" presStyleCnt="0"/>
      <dgm:spPr/>
    </dgm:pt>
    <dgm:pt modelId="{579EAA8B-5F99-4854-8EE1-A2F24A8AC6BF}" type="pres">
      <dgm:prSet presAssocID="{B881F5FE-5E51-4812-899A-8164B511DDF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BC4FF13-613D-4370-BA0F-2E8ED3A18095}" type="presOf" srcId="{B881F5FE-5E51-4812-899A-8164B511DDF6}" destId="{579EAA8B-5F99-4854-8EE1-A2F24A8AC6BF}" srcOrd="0" destOrd="0" presId="urn:microsoft.com/office/officeart/2005/8/layout/vList2"/>
    <dgm:cxn modelId="{DA56213F-A53F-4988-AA8D-ED88D287A1DA}" type="presOf" srcId="{36F54F99-C614-4C7F-AB20-D135B24A27A9}" destId="{122B39E2-4A4F-47DF-851D-2658426BEB2C}" srcOrd="0" destOrd="0" presId="urn:microsoft.com/office/officeart/2005/8/layout/vList2"/>
    <dgm:cxn modelId="{A1F14146-19B6-4628-93C7-8F8DEC58AC4B}" srcId="{36F54F99-C614-4C7F-AB20-D135B24A27A9}" destId="{6B13A673-86D7-43C4-A4B8-A0E69248F0AF}" srcOrd="0" destOrd="0" parTransId="{07FB06B7-83F5-4EB8-A915-D62355582381}" sibTransId="{EFA6C2FB-7A1A-41D4-B1F4-531916EFB2B6}"/>
    <dgm:cxn modelId="{1A45BD67-6A18-41A2-9AEB-105921441B1C}" type="presOf" srcId="{D1468E2D-D82C-4C2A-9C80-C8468C5F2B1F}" destId="{7EB4983E-8887-4284-9840-5057443BE9B1}" srcOrd="0" destOrd="0" presId="urn:microsoft.com/office/officeart/2005/8/layout/vList2"/>
    <dgm:cxn modelId="{8153A752-0544-45BC-9375-3B249B099517}" srcId="{36F54F99-C614-4C7F-AB20-D135B24A27A9}" destId="{A6EC5FA4-52D4-4498-A201-76D177D5B66B}" srcOrd="3" destOrd="0" parTransId="{66AAD1F8-87B1-4F06-B5CF-869AC96C2F7A}" sibTransId="{15B18DC6-5AC2-4374-AF3B-ACD34A7540CC}"/>
    <dgm:cxn modelId="{F584AF8B-1BBC-455D-85D6-C1B53057FCC5}" srcId="{36F54F99-C614-4C7F-AB20-D135B24A27A9}" destId="{B881F5FE-5E51-4812-899A-8164B511DDF6}" srcOrd="4" destOrd="0" parTransId="{79AE20AE-3C52-4BE3-9F9F-C450EA3485C6}" sibTransId="{5ED4B957-12AB-4DBA-BA14-0C56CF39AEC8}"/>
    <dgm:cxn modelId="{E7F3CC9C-9533-4C9A-9119-173319EE1AE5}" type="presOf" srcId="{6B13A673-86D7-43C4-A4B8-A0E69248F0AF}" destId="{7119CBE8-D28D-4B77-A1DF-C3DA14EADA95}" srcOrd="0" destOrd="0" presId="urn:microsoft.com/office/officeart/2005/8/layout/vList2"/>
    <dgm:cxn modelId="{E8DBA6BC-5133-4AAF-9DDE-8F1503EC347A}" srcId="{36F54F99-C614-4C7F-AB20-D135B24A27A9}" destId="{7E5F3AB7-6038-43AE-914B-35E70F2A3E7D}" srcOrd="2" destOrd="0" parTransId="{E3C977B5-71CB-4D60-A9B6-9E2771859FBD}" sibTransId="{9AFE277F-E577-429A-8B76-0CBAA52F5A10}"/>
    <dgm:cxn modelId="{5BCEF7CC-7960-4453-9BA1-ACF7E14F34CD}" srcId="{36F54F99-C614-4C7F-AB20-D135B24A27A9}" destId="{D1468E2D-D82C-4C2A-9C80-C8468C5F2B1F}" srcOrd="1" destOrd="0" parTransId="{E9A39D9D-5760-45E5-8F22-6915C7D9F935}" sibTransId="{89FFD86D-5140-451B-9F62-BC775A3B0E20}"/>
    <dgm:cxn modelId="{AC2D11DE-8D66-46D2-A81A-A11AD39248CA}" type="presOf" srcId="{A6EC5FA4-52D4-4498-A201-76D177D5B66B}" destId="{0294D544-E85B-4FB3-A035-BB2ABC20B427}" srcOrd="0" destOrd="0" presId="urn:microsoft.com/office/officeart/2005/8/layout/vList2"/>
    <dgm:cxn modelId="{7419DCE7-9F07-43EF-839C-2CBFB2B6EAD7}" type="presOf" srcId="{7E5F3AB7-6038-43AE-914B-35E70F2A3E7D}" destId="{9D12EE42-DC82-4511-A019-5167C052680D}" srcOrd="0" destOrd="0" presId="urn:microsoft.com/office/officeart/2005/8/layout/vList2"/>
    <dgm:cxn modelId="{90744F37-CA35-493D-BCD0-C70BA07C75D7}" type="presParOf" srcId="{122B39E2-4A4F-47DF-851D-2658426BEB2C}" destId="{7119CBE8-D28D-4B77-A1DF-C3DA14EADA95}" srcOrd="0" destOrd="0" presId="urn:microsoft.com/office/officeart/2005/8/layout/vList2"/>
    <dgm:cxn modelId="{14BF6C0D-054D-47BC-9BA2-D1A8EEF3F5D3}" type="presParOf" srcId="{122B39E2-4A4F-47DF-851D-2658426BEB2C}" destId="{D553EDC8-7348-4549-8D5E-4F8DEF3DFF69}" srcOrd="1" destOrd="0" presId="urn:microsoft.com/office/officeart/2005/8/layout/vList2"/>
    <dgm:cxn modelId="{F63075AF-E149-4627-B027-1678F84B5154}" type="presParOf" srcId="{122B39E2-4A4F-47DF-851D-2658426BEB2C}" destId="{7EB4983E-8887-4284-9840-5057443BE9B1}" srcOrd="2" destOrd="0" presId="urn:microsoft.com/office/officeart/2005/8/layout/vList2"/>
    <dgm:cxn modelId="{DCFD12DF-47EA-4EBC-8531-898BCD2818C6}" type="presParOf" srcId="{122B39E2-4A4F-47DF-851D-2658426BEB2C}" destId="{FE64F023-47FA-4579-95FD-9B30528A2874}" srcOrd="3" destOrd="0" presId="urn:microsoft.com/office/officeart/2005/8/layout/vList2"/>
    <dgm:cxn modelId="{22B75121-5B90-4D1A-95CC-730BF6F6B160}" type="presParOf" srcId="{122B39E2-4A4F-47DF-851D-2658426BEB2C}" destId="{9D12EE42-DC82-4511-A019-5167C052680D}" srcOrd="4" destOrd="0" presId="urn:microsoft.com/office/officeart/2005/8/layout/vList2"/>
    <dgm:cxn modelId="{34315048-6CC1-4A42-B81F-45C1F4BB541B}" type="presParOf" srcId="{122B39E2-4A4F-47DF-851D-2658426BEB2C}" destId="{8665C22C-4673-4906-B1FD-10FBBB42FCA5}" srcOrd="5" destOrd="0" presId="urn:microsoft.com/office/officeart/2005/8/layout/vList2"/>
    <dgm:cxn modelId="{8481F638-32FE-4146-9249-61AB4F91ED7B}" type="presParOf" srcId="{122B39E2-4A4F-47DF-851D-2658426BEB2C}" destId="{0294D544-E85B-4FB3-A035-BB2ABC20B427}" srcOrd="6" destOrd="0" presId="urn:microsoft.com/office/officeart/2005/8/layout/vList2"/>
    <dgm:cxn modelId="{BDD71097-FF69-4F62-942A-183EFF357B3C}" type="presParOf" srcId="{122B39E2-4A4F-47DF-851D-2658426BEB2C}" destId="{AA1E1A33-EB52-4895-B640-5A5547B7149D}" srcOrd="7" destOrd="0" presId="urn:microsoft.com/office/officeart/2005/8/layout/vList2"/>
    <dgm:cxn modelId="{8DD92B71-EB05-48BD-8A22-564BAB1D2363}" type="presParOf" srcId="{122B39E2-4A4F-47DF-851D-2658426BEB2C}" destId="{579EAA8B-5F99-4854-8EE1-A2F24A8AC6B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0F126F2-7453-43C3-BAEE-1C34FE27727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E90175-A744-48E9-8406-EFB071A71EF6}">
      <dgm:prSet/>
      <dgm:spPr/>
      <dgm:t>
        <a:bodyPr/>
        <a:lstStyle/>
        <a:p>
          <a:r>
            <a:rPr lang="en-US"/>
            <a:t>Class-weighted fine-tuning is effective for boosting a single hard class</a:t>
          </a:r>
        </a:p>
      </dgm:t>
    </dgm:pt>
    <dgm:pt modelId="{DA9CC9A0-F065-4591-95C3-5217E73732B0}" type="parTrans" cxnId="{9763BC49-0B64-4F7D-B49B-1212688CAB50}">
      <dgm:prSet/>
      <dgm:spPr/>
      <dgm:t>
        <a:bodyPr/>
        <a:lstStyle/>
        <a:p>
          <a:endParaRPr lang="en-US"/>
        </a:p>
      </dgm:t>
    </dgm:pt>
    <dgm:pt modelId="{742F6087-38BD-4692-AF92-81B91197C732}" type="sibTrans" cxnId="{9763BC49-0B64-4F7D-B49B-1212688CAB50}">
      <dgm:prSet/>
      <dgm:spPr/>
      <dgm:t>
        <a:bodyPr/>
        <a:lstStyle/>
        <a:p>
          <a:endParaRPr lang="en-US"/>
        </a:p>
      </dgm:t>
    </dgm:pt>
    <dgm:pt modelId="{7AD9AF9D-9F49-486E-8630-B98766046A63}">
      <dgm:prSet/>
      <dgm:spPr/>
      <dgm:t>
        <a:bodyPr/>
        <a:lstStyle/>
        <a:p>
          <a:r>
            <a:rPr lang="en-US"/>
            <a:t>Overall accuracy is preserved while cat precision and recall improve</a:t>
          </a:r>
        </a:p>
      </dgm:t>
    </dgm:pt>
    <dgm:pt modelId="{7076544E-F768-43F6-94A4-7C40067EB9F5}" type="parTrans" cxnId="{04333567-387C-4E44-83DA-A8DE3DDDCB8F}">
      <dgm:prSet/>
      <dgm:spPr/>
      <dgm:t>
        <a:bodyPr/>
        <a:lstStyle/>
        <a:p>
          <a:endParaRPr lang="en-US"/>
        </a:p>
      </dgm:t>
    </dgm:pt>
    <dgm:pt modelId="{2E50DDCB-F535-43C6-8E23-3BC86673A6F2}" type="sibTrans" cxnId="{04333567-387C-4E44-83DA-A8DE3DDDCB8F}">
      <dgm:prSet/>
      <dgm:spPr/>
      <dgm:t>
        <a:bodyPr/>
        <a:lstStyle/>
        <a:p>
          <a:endParaRPr lang="en-US"/>
        </a:p>
      </dgm:t>
    </dgm:pt>
    <dgm:pt modelId="{F61F15C0-C7D9-410D-9CA9-2A22A6EE8E47}">
      <dgm:prSet/>
      <dgm:spPr/>
      <dgm:t>
        <a:bodyPr/>
        <a:lstStyle/>
        <a:p>
          <a:r>
            <a:rPr lang="en-US"/>
            <a:t>Extra models show architecture changes alone do not guarantee better cat performance</a:t>
          </a:r>
        </a:p>
      </dgm:t>
    </dgm:pt>
    <dgm:pt modelId="{1478A346-4884-48A0-A74C-341AC5FCB2A2}" type="parTrans" cxnId="{333746ED-4277-4583-8826-1D68BF782C71}">
      <dgm:prSet/>
      <dgm:spPr/>
      <dgm:t>
        <a:bodyPr/>
        <a:lstStyle/>
        <a:p>
          <a:endParaRPr lang="en-US"/>
        </a:p>
      </dgm:t>
    </dgm:pt>
    <dgm:pt modelId="{A63ACB10-99FC-4133-8FB9-D15E0B4191A2}" type="sibTrans" cxnId="{333746ED-4277-4583-8826-1D68BF782C71}">
      <dgm:prSet/>
      <dgm:spPr/>
      <dgm:t>
        <a:bodyPr/>
        <a:lstStyle/>
        <a:p>
          <a:endParaRPr lang="en-US"/>
        </a:p>
      </dgm:t>
    </dgm:pt>
    <dgm:pt modelId="{9401A09D-DED8-4B9B-B38F-53BE413F9011}">
      <dgm:prSet/>
      <dgm:spPr/>
      <dgm:t>
        <a:bodyPr/>
        <a:lstStyle/>
        <a:p>
          <a:r>
            <a:rPr lang="en-US"/>
            <a:t>Possible extensions: per-class augmentation, focal loss, or mixup for hard classes</a:t>
          </a:r>
        </a:p>
      </dgm:t>
    </dgm:pt>
    <dgm:pt modelId="{80F2FC1A-A884-44F5-A3A6-F6214CA8371F}" type="parTrans" cxnId="{807D760E-BBCC-41C4-B8B7-6B7E40E18684}">
      <dgm:prSet/>
      <dgm:spPr/>
      <dgm:t>
        <a:bodyPr/>
        <a:lstStyle/>
        <a:p>
          <a:endParaRPr lang="en-US"/>
        </a:p>
      </dgm:t>
    </dgm:pt>
    <dgm:pt modelId="{068F0819-D584-4BA8-964B-4204F4B5F3B6}" type="sibTrans" cxnId="{807D760E-BBCC-41C4-B8B7-6B7E40E18684}">
      <dgm:prSet/>
      <dgm:spPr/>
      <dgm:t>
        <a:bodyPr/>
        <a:lstStyle/>
        <a:p>
          <a:endParaRPr lang="en-US"/>
        </a:p>
      </dgm:t>
    </dgm:pt>
    <dgm:pt modelId="{22F4622A-DF8E-4830-AF95-E1061CE1C0D5}">
      <dgm:prSet/>
      <dgm:spPr/>
      <dgm:t>
        <a:bodyPr/>
        <a:lstStyle/>
        <a:p>
          <a:r>
            <a:rPr lang="en-US"/>
            <a:t>The approach generalizes to other datasets with systematically weak classes</a:t>
          </a:r>
        </a:p>
      </dgm:t>
    </dgm:pt>
    <dgm:pt modelId="{743DFEB4-AE2A-4ED3-B771-372DFCD71D73}" type="parTrans" cxnId="{41F1AEF0-7EF7-4B26-B44B-06AB2FBF9C90}">
      <dgm:prSet/>
      <dgm:spPr/>
      <dgm:t>
        <a:bodyPr/>
        <a:lstStyle/>
        <a:p>
          <a:endParaRPr lang="en-US"/>
        </a:p>
      </dgm:t>
    </dgm:pt>
    <dgm:pt modelId="{8A4EF4C0-3662-4D1E-8F46-5BA4E28DB1CD}" type="sibTrans" cxnId="{41F1AEF0-7EF7-4B26-B44B-06AB2FBF9C90}">
      <dgm:prSet/>
      <dgm:spPr/>
      <dgm:t>
        <a:bodyPr/>
        <a:lstStyle/>
        <a:p>
          <a:endParaRPr lang="en-US"/>
        </a:p>
      </dgm:t>
    </dgm:pt>
    <dgm:pt modelId="{77981A1C-FD5E-4EC5-88A2-68360261AA5A}" type="pres">
      <dgm:prSet presAssocID="{70F126F2-7453-43C3-BAEE-1C34FE27727B}" presName="diagram" presStyleCnt="0">
        <dgm:presLayoutVars>
          <dgm:dir/>
          <dgm:resizeHandles val="exact"/>
        </dgm:presLayoutVars>
      </dgm:prSet>
      <dgm:spPr/>
    </dgm:pt>
    <dgm:pt modelId="{4ED8735C-1CB8-4E07-8E42-B932C74085A9}" type="pres">
      <dgm:prSet presAssocID="{4CE90175-A744-48E9-8406-EFB071A71EF6}" presName="node" presStyleLbl="node1" presStyleIdx="0" presStyleCnt="5">
        <dgm:presLayoutVars>
          <dgm:bulletEnabled val="1"/>
        </dgm:presLayoutVars>
      </dgm:prSet>
      <dgm:spPr/>
    </dgm:pt>
    <dgm:pt modelId="{B4B4C20F-1D93-4A5E-ACA7-C3A2E4EC6A65}" type="pres">
      <dgm:prSet presAssocID="{742F6087-38BD-4692-AF92-81B91197C732}" presName="sibTrans" presStyleCnt="0"/>
      <dgm:spPr/>
    </dgm:pt>
    <dgm:pt modelId="{A810608E-E8C3-4D87-B90E-416AD02EFE27}" type="pres">
      <dgm:prSet presAssocID="{7AD9AF9D-9F49-486E-8630-B98766046A63}" presName="node" presStyleLbl="node1" presStyleIdx="1" presStyleCnt="5">
        <dgm:presLayoutVars>
          <dgm:bulletEnabled val="1"/>
        </dgm:presLayoutVars>
      </dgm:prSet>
      <dgm:spPr/>
    </dgm:pt>
    <dgm:pt modelId="{FB2712F5-1C6C-41C2-A58E-4DC6D316507C}" type="pres">
      <dgm:prSet presAssocID="{2E50DDCB-F535-43C6-8E23-3BC86673A6F2}" presName="sibTrans" presStyleCnt="0"/>
      <dgm:spPr/>
    </dgm:pt>
    <dgm:pt modelId="{756EEDD9-7C7D-40C1-8773-B2C1E9A9C05C}" type="pres">
      <dgm:prSet presAssocID="{F61F15C0-C7D9-410D-9CA9-2A22A6EE8E47}" presName="node" presStyleLbl="node1" presStyleIdx="2" presStyleCnt="5">
        <dgm:presLayoutVars>
          <dgm:bulletEnabled val="1"/>
        </dgm:presLayoutVars>
      </dgm:prSet>
      <dgm:spPr/>
    </dgm:pt>
    <dgm:pt modelId="{2683CEFC-19FD-4EAB-9359-945B600B94CE}" type="pres">
      <dgm:prSet presAssocID="{A63ACB10-99FC-4133-8FB9-D15E0B4191A2}" presName="sibTrans" presStyleCnt="0"/>
      <dgm:spPr/>
    </dgm:pt>
    <dgm:pt modelId="{10E82537-D24D-4CD0-977E-89A871B93C73}" type="pres">
      <dgm:prSet presAssocID="{9401A09D-DED8-4B9B-B38F-53BE413F9011}" presName="node" presStyleLbl="node1" presStyleIdx="3" presStyleCnt="5">
        <dgm:presLayoutVars>
          <dgm:bulletEnabled val="1"/>
        </dgm:presLayoutVars>
      </dgm:prSet>
      <dgm:spPr/>
    </dgm:pt>
    <dgm:pt modelId="{0776E48A-CDE2-445B-A4C7-7A8C355D3EFB}" type="pres">
      <dgm:prSet presAssocID="{068F0819-D584-4BA8-964B-4204F4B5F3B6}" presName="sibTrans" presStyleCnt="0"/>
      <dgm:spPr/>
    </dgm:pt>
    <dgm:pt modelId="{1EC80A06-270E-40BC-A689-FD2749A8F091}" type="pres">
      <dgm:prSet presAssocID="{22F4622A-DF8E-4830-AF95-E1061CE1C0D5}" presName="node" presStyleLbl="node1" presStyleIdx="4" presStyleCnt="5">
        <dgm:presLayoutVars>
          <dgm:bulletEnabled val="1"/>
        </dgm:presLayoutVars>
      </dgm:prSet>
      <dgm:spPr/>
    </dgm:pt>
  </dgm:ptLst>
  <dgm:cxnLst>
    <dgm:cxn modelId="{807D760E-BBCC-41C4-B8B7-6B7E40E18684}" srcId="{70F126F2-7453-43C3-BAEE-1C34FE27727B}" destId="{9401A09D-DED8-4B9B-B38F-53BE413F9011}" srcOrd="3" destOrd="0" parTransId="{80F2FC1A-A884-44F5-A3A6-F6214CA8371F}" sibTransId="{068F0819-D584-4BA8-964B-4204F4B5F3B6}"/>
    <dgm:cxn modelId="{F31FA016-693A-4A58-BAB5-D7E818CBD5C1}" type="presOf" srcId="{22F4622A-DF8E-4830-AF95-E1061CE1C0D5}" destId="{1EC80A06-270E-40BC-A689-FD2749A8F091}" srcOrd="0" destOrd="0" presId="urn:microsoft.com/office/officeart/2005/8/layout/default"/>
    <dgm:cxn modelId="{4A334935-58DB-4C4C-9F72-C9430A28DDEC}" type="presOf" srcId="{7AD9AF9D-9F49-486E-8630-B98766046A63}" destId="{A810608E-E8C3-4D87-B90E-416AD02EFE27}" srcOrd="0" destOrd="0" presId="urn:microsoft.com/office/officeart/2005/8/layout/default"/>
    <dgm:cxn modelId="{04333567-387C-4E44-83DA-A8DE3DDDCB8F}" srcId="{70F126F2-7453-43C3-BAEE-1C34FE27727B}" destId="{7AD9AF9D-9F49-486E-8630-B98766046A63}" srcOrd="1" destOrd="0" parTransId="{7076544E-F768-43F6-94A4-7C40067EB9F5}" sibTransId="{2E50DDCB-F535-43C6-8E23-3BC86673A6F2}"/>
    <dgm:cxn modelId="{9763BC49-0B64-4F7D-B49B-1212688CAB50}" srcId="{70F126F2-7453-43C3-BAEE-1C34FE27727B}" destId="{4CE90175-A744-48E9-8406-EFB071A71EF6}" srcOrd="0" destOrd="0" parTransId="{DA9CC9A0-F065-4591-95C3-5217E73732B0}" sibTransId="{742F6087-38BD-4692-AF92-81B91197C732}"/>
    <dgm:cxn modelId="{997DD9A4-DCBB-40D2-85C5-806E0404C58B}" type="presOf" srcId="{F61F15C0-C7D9-410D-9CA9-2A22A6EE8E47}" destId="{756EEDD9-7C7D-40C1-8773-B2C1E9A9C05C}" srcOrd="0" destOrd="0" presId="urn:microsoft.com/office/officeart/2005/8/layout/default"/>
    <dgm:cxn modelId="{0583C2A9-53A3-4AA0-8B38-1446BFBFB1F5}" type="presOf" srcId="{9401A09D-DED8-4B9B-B38F-53BE413F9011}" destId="{10E82537-D24D-4CD0-977E-89A871B93C73}" srcOrd="0" destOrd="0" presId="urn:microsoft.com/office/officeart/2005/8/layout/default"/>
    <dgm:cxn modelId="{620461B2-2528-4560-99C9-1D4314DB690B}" type="presOf" srcId="{4CE90175-A744-48E9-8406-EFB071A71EF6}" destId="{4ED8735C-1CB8-4E07-8E42-B932C74085A9}" srcOrd="0" destOrd="0" presId="urn:microsoft.com/office/officeart/2005/8/layout/default"/>
    <dgm:cxn modelId="{3AA72FBD-DD13-4A1C-9A31-ABE9C3F4FF05}" type="presOf" srcId="{70F126F2-7453-43C3-BAEE-1C34FE27727B}" destId="{77981A1C-FD5E-4EC5-88A2-68360261AA5A}" srcOrd="0" destOrd="0" presId="urn:microsoft.com/office/officeart/2005/8/layout/default"/>
    <dgm:cxn modelId="{333746ED-4277-4583-8826-1D68BF782C71}" srcId="{70F126F2-7453-43C3-BAEE-1C34FE27727B}" destId="{F61F15C0-C7D9-410D-9CA9-2A22A6EE8E47}" srcOrd="2" destOrd="0" parTransId="{1478A346-4884-48A0-A74C-341AC5FCB2A2}" sibTransId="{A63ACB10-99FC-4133-8FB9-D15E0B4191A2}"/>
    <dgm:cxn modelId="{41F1AEF0-7EF7-4B26-B44B-06AB2FBF9C90}" srcId="{70F126F2-7453-43C3-BAEE-1C34FE27727B}" destId="{22F4622A-DF8E-4830-AF95-E1061CE1C0D5}" srcOrd="4" destOrd="0" parTransId="{743DFEB4-AE2A-4ED3-B771-372DFCD71D73}" sibTransId="{8A4EF4C0-3662-4D1E-8F46-5BA4E28DB1CD}"/>
    <dgm:cxn modelId="{2B9C5702-694C-4575-97B3-6F15A91956D4}" type="presParOf" srcId="{77981A1C-FD5E-4EC5-88A2-68360261AA5A}" destId="{4ED8735C-1CB8-4E07-8E42-B932C74085A9}" srcOrd="0" destOrd="0" presId="urn:microsoft.com/office/officeart/2005/8/layout/default"/>
    <dgm:cxn modelId="{2C334A00-BA32-4A6A-9E55-B1ABBFD8A3F2}" type="presParOf" srcId="{77981A1C-FD5E-4EC5-88A2-68360261AA5A}" destId="{B4B4C20F-1D93-4A5E-ACA7-C3A2E4EC6A65}" srcOrd="1" destOrd="0" presId="urn:microsoft.com/office/officeart/2005/8/layout/default"/>
    <dgm:cxn modelId="{0775CD47-2826-438E-87CE-4D7BE94A2DCC}" type="presParOf" srcId="{77981A1C-FD5E-4EC5-88A2-68360261AA5A}" destId="{A810608E-E8C3-4D87-B90E-416AD02EFE27}" srcOrd="2" destOrd="0" presId="urn:microsoft.com/office/officeart/2005/8/layout/default"/>
    <dgm:cxn modelId="{4EB2A35D-7770-43CA-AF90-96D8F84FEA1E}" type="presParOf" srcId="{77981A1C-FD5E-4EC5-88A2-68360261AA5A}" destId="{FB2712F5-1C6C-41C2-A58E-4DC6D316507C}" srcOrd="3" destOrd="0" presId="urn:microsoft.com/office/officeart/2005/8/layout/default"/>
    <dgm:cxn modelId="{141D0B7F-47E9-43D8-8EE6-FAD11E60415C}" type="presParOf" srcId="{77981A1C-FD5E-4EC5-88A2-68360261AA5A}" destId="{756EEDD9-7C7D-40C1-8773-B2C1E9A9C05C}" srcOrd="4" destOrd="0" presId="urn:microsoft.com/office/officeart/2005/8/layout/default"/>
    <dgm:cxn modelId="{84CCF664-6A4A-4F89-A1CB-3127359F0F8E}" type="presParOf" srcId="{77981A1C-FD5E-4EC5-88A2-68360261AA5A}" destId="{2683CEFC-19FD-4EAB-9359-945B600B94CE}" srcOrd="5" destOrd="0" presId="urn:microsoft.com/office/officeart/2005/8/layout/default"/>
    <dgm:cxn modelId="{0F30805E-2AD6-464E-BE41-2D56E94A7298}" type="presParOf" srcId="{77981A1C-FD5E-4EC5-88A2-68360261AA5A}" destId="{10E82537-D24D-4CD0-977E-89A871B93C73}" srcOrd="6" destOrd="0" presId="urn:microsoft.com/office/officeart/2005/8/layout/default"/>
    <dgm:cxn modelId="{8A8619DE-7D2F-478B-990C-14E1C2796668}" type="presParOf" srcId="{77981A1C-FD5E-4EC5-88A2-68360261AA5A}" destId="{0776E48A-CDE2-445B-A4C7-7A8C355D3EFB}" srcOrd="7" destOrd="0" presId="urn:microsoft.com/office/officeart/2005/8/layout/default"/>
    <dgm:cxn modelId="{8E747F91-FC00-492F-967F-7A3A3DE980EB}" type="presParOf" srcId="{77981A1C-FD5E-4EC5-88A2-68360261AA5A}" destId="{1EC80A06-270E-40BC-A689-FD2749A8F09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C49B44-5249-4EDF-B39C-0057487CA53B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1EAD5-2A52-47D8-A578-9FE24747B81C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0E75C-309A-4DFE-BC78-FB3698DE98B3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Architecture: ResNet-18 (&lt; 50 layers, meets Topic 8 requirement)</a:t>
          </a:r>
        </a:p>
      </dsp:txBody>
      <dsp:txXfrm>
        <a:off x="1736122" y="1100"/>
        <a:ext cx="2172539" cy="921683"/>
      </dsp:txXfrm>
    </dsp:sp>
    <dsp:sp modelId="{F2E83207-66B4-43CA-92C3-A8E2F6142CCB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DBC0B-9C28-4EA4-8989-902665D8FE6B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52B96-23CB-406C-8275-6894CB1E690F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Trained from scratch on CIFAR-10 with standard augmentations</a:t>
          </a:r>
        </a:p>
      </dsp:txBody>
      <dsp:txXfrm>
        <a:off x="5406396" y="1100"/>
        <a:ext cx="2172539" cy="921683"/>
      </dsp:txXfrm>
    </dsp:sp>
    <dsp:sp modelId="{BCF9E7A7-D893-43EE-A507-E67A7508454F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974126-4285-491F-9AA0-6B159EB228AF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91083-D3F7-440E-B850-AEA2585BAC9C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Best validation accuracy ≈ 83%</a:t>
          </a:r>
        </a:p>
      </dsp:txBody>
      <dsp:txXfrm>
        <a:off x="1736122" y="1635560"/>
        <a:ext cx="2172539" cy="921683"/>
      </dsp:txXfrm>
    </dsp:sp>
    <dsp:sp modelId="{010F04F4-9F7D-4375-9ABA-4795AB5813EA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38D844-F9C9-4451-82B6-9275E5DAB7EF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F3C15-884C-46FA-8531-3626D0EF46CD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Per-class analysis: cat class has lowest precision and recall</a:t>
          </a:r>
        </a:p>
      </dsp:txBody>
      <dsp:txXfrm>
        <a:off x="5406396" y="1635560"/>
        <a:ext cx="2172539" cy="921683"/>
      </dsp:txXfrm>
    </dsp:sp>
    <dsp:sp modelId="{7513A40D-DE59-4C5E-A9B6-6D2550BF5F48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BEFD7-C8D3-4414-98CE-BF59059ABC1F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362DC-1B9F-48E6-A810-E6DF5D2EFE72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Cat: precision ≈ 0.70, recall ≈ 0.67 before fine-tuning</a:t>
          </a:r>
        </a:p>
      </dsp:txBody>
      <dsp:txXfrm>
        <a:off x="1736122" y="3270020"/>
        <a:ext cx="2172539" cy="9216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E2711E-8E47-4777-86AC-B9E0C9DC2DDF}">
      <dsp:nvSpPr>
        <dsp:cNvPr id="0" name=""/>
        <dsp:cNvSpPr/>
      </dsp:nvSpPr>
      <dsp:spPr>
        <a:xfrm>
          <a:off x="4103" y="838560"/>
          <a:ext cx="1551217" cy="46536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581" tIns="122581" rIns="122581" bIns="12258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Start</a:t>
          </a:r>
        </a:p>
      </dsp:txBody>
      <dsp:txXfrm>
        <a:off x="4103" y="838560"/>
        <a:ext cx="1551217" cy="465365"/>
      </dsp:txXfrm>
    </dsp:sp>
    <dsp:sp modelId="{B25FC305-A11F-437C-8F3B-DEB044F26311}">
      <dsp:nvSpPr>
        <dsp:cNvPr id="0" name=""/>
        <dsp:cNvSpPr/>
      </dsp:nvSpPr>
      <dsp:spPr>
        <a:xfrm>
          <a:off x="4103" y="1303926"/>
          <a:ext cx="1551217" cy="205031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26" tIns="153226" rIns="153226" bIns="153226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Start from best baseline ResNet-18 checkpoint</a:t>
          </a:r>
        </a:p>
      </dsp:txBody>
      <dsp:txXfrm>
        <a:off x="4103" y="1303926"/>
        <a:ext cx="1551217" cy="2050317"/>
      </dsp:txXfrm>
    </dsp:sp>
    <dsp:sp modelId="{D594BCC5-419F-403C-8D50-7617FD01AAD3}">
      <dsp:nvSpPr>
        <dsp:cNvPr id="0" name=""/>
        <dsp:cNvSpPr/>
      </dsp:nvSpPr>
      <dsp:spPr>
        <a:xfrm>
          <a:off x="1663215" y="838560"/>
          <a:ext cx="1551217" cy="465365"/>
        </a:xfrm>
        <a:prstGeom prst="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581" tIns="122581" rIns="122581" bIns="12258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</a:t>
          </a:r>
        </a:p>
      </dsp:txBody>
      <dsp:txXfrm>
        <a:off x="1663215" y="838560"/>
        <a:ext cx="1551217" cy="465365"/>
      </dsp:txXfrm>
    </dsp:sp>
    <dsp:sp modelId="{73DC789E-EB3F-4DF0-8359-5143C7E85EDA}">
      <dsp:nvSpPr>
        <dsp:cNvPr id="0" name=""/>
        <dsp:cNvSpPr/>
      </dsp:nvSpPr>
      <dsp:spPr>
        <a:xfrm>
          <a:off x="1663215" y="1303926"/>
          <a:ext cx="1551217" cy="2050317"/>
        </a:xfrm>
        <a:prstGeom prst="rect">
          <a:avLst/>
        </a:prstGeom>
        <a:solidFill>
          <a:schemeClr val="accent5">
            <a:tint val="40000"/>
            <a:alpha val="90000"/>
            <a:hueOff val="-2685120"/>
            <a:satOff val="12063"/>
            <a:lumOff val="829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2685120"/>
              <a:satOff val="12063"/>
              <a:lumOff val="8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26" tIns="153226" rIns="153226" bIns="153226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class-weighted cross-entropy loss with higher weight for cat</a:t>
          </a:r>
        </a:p>
      </dsp:txBody>
      <dsp:txXfrm>
        <a:off x="1663215" y="1303926"/>
        <a:ext cx="1551217" cy="2050317"/>
      </dsp:txXfrm>
    </dsp:sp>
    <dsp:sp modelId="{1B0FF5FD-B2DB-4243-8FAC-A129EFF513E2}">
      <dsp:nvSpPr>
        <dsp:cNvPr id="0" name=""/>
        <dsp:cNvSpPr/>
      </dsp:nvSpPr>
      <dsp:spPr>
        <a:xfrm>
          <a:off x="3322326" y="838560"/>
          <a:ext cx="1551217" cy="465365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581" tIns="122581" rIns="122581" bIns="12258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Double</a:t>
          </a:r>
        </a:p>
      </dsp:txBody>
      <dsp:txXfrm>
        <a:off x="3322326" y="838560"/>
        <a:ext cx="1551217" cy="465365"/>
      </dsp:txXfrm>
    </dsp:sp>
    <dsp:sp modelId="{5653C8FA-40E8-47FD-AC35-D6FAAAEA3312}">
      <dsp:nvSpPr>
        <dsp:cNvPr id="0" name=""/>
        <dsp:cNvSpPr/>
      </dsp:nvSpPr>
      <dsp:spPr>
        <a:xfrm>
          <a:off x="3322326" y="1303926"/>
          <a:ext cx="1551217" cy="2050317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26" tIns="153226" rIns="153226" bIns="153226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Double the loss weight for the cat class (weight = 2.0)</a:t>
          </a:r>
        </a:p>
      </dsp:txBody>
      <dsp:txXfrm>
        <a:off x="3322326" y="1303926"/>
        <a:ext cx="1551217" cy="2050317"/>
      </dsp:txXfrm>
    </dsp:sp>
    <dsp:sp modelId="{4B86ACFE-2362-4C8B-AB73-5769708BD71B}">
      <dsp:nvSpPr>
        <dsp:cNvPr id="0" name=""/>
        <dsp:cNvSpPr/>
      </dsp:nvSpPr>
      <dsp:spPr>
        <a:xfrm>
          <a:off x="4981438" y="838560"/>
          <a:ext cx="1551217" cy="465365"/>
        </a:xfrm>
        <a:prstGeom prst="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581" tIns="122581" rIns="122581" bIns="12258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Train</a:t>
          </a:r>
        </a:p>
      </dsp:txBody>
      <dsp:txXfrm>
        <a:off x="4981438" y="838560"/>
        <a:ext cx="1551217" cy="465365"/>
      </dsp:txXfrm>
    </dsp:sp>
    <dsp:sp modelId="{7B91B0E5-479F-4424-91B7-D1CA28D8CC19}">
      <dsp:nvSpPr>
        <dsp:cNvPr id="0" name=""/>
        <dsp:cNvSpPr/>
      </dsp:nvSpPr>
      <dsp:spPr>
        <a:xfrm>
          <a:off x="4981438" y="1303926"/>
          <a:ext cx="1551217" cy="2050317"/>
        </a:xfrm>
        <a:prstGeom prst="rect">
          <a:avLst/>
        </a:prstGeom>
        <a:solidFill>
          <a:schemeClr val="accent5">
            <a:tint val="40000"/>
            <a:alpha val="90000"/>
            <a:hueOff val="-8055361"/>
            <a:satOff val="36190"/>
            <a:lumOff val="248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8055361"/>
              <a:satOff val="36190"/>
              <a:lumOff val="24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26" tIns="153226" rIns="153226" bIns="153226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Train for 10 additional epochs with a lower learning rate</a:t>
          </a:r>
        </a:p>
      </dsp:txBody>
      <dsp:txXfrm>
        <a:off x="4981438" y="1303926"/>
        <a:ext cx="1551217" cy="2050317"/>
      </dsp:txXfrm>
    </dsp:sp>
    <dsp:sp modelId="{48926AC5-C3C4-4476-9CC9-47FE5378EA66}">
      <dsp:nvSpPr>
        <dsp:cNvPr id="0" name=""/>
        <dsp:cNvSpPr/>
      </dsp:nvSpPr>
      <dsp:spPr>
        <a:xfrm>
          <a:off x="6640550" y="838560"/>
          <a:ext cx="1551217" cy="465365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581" tIns="122581" rIns="122581" bIns="12258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Keep</a:t>
          </a:r>
        </a:p>
      </dsp:txBody>
      <dsp:txXfrm>
        <a:off x="6640550" y="838560"/>
        <a:ext cx="1551217" cy="465365"/>
      </dsp:txXfrm>
    </dsp:sp>
    <dsp:sp modelId="{FF1A396F-A278-48A5-BE1E-1B1F02614F4A}">
      <dsp:nvSpPr>
        <dsp:cNvPr id="0" name=""/>
        <dsp:cNvSpPr/>
      </dsp:nvSpPr>
      <dsp:spPr>
        <a:xfrm>
          <a:off x="6640550" y="1303926"/>
          <a:ext cx="1551217" cy="2050317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26" tIns="153226" rIns="153226" bIns="153226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Keep all other training details unchanged for a fair comparison</a:t>
          </a:r>
        </a:p>
      </dsp:txBody>
      <dsp:txXfrm>
        <a:off x="6640550" y="1303926"/>
        <a:ext cx="1551217" cy="20503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D7DE8-40D4-46B7-845D-B986E0E99A9C}">
      <dsp:nvSpPr>
        <dsp:cNvPr id="0" name=""/>
        <dsp:cNvSpPr/>
      </dsp:nvSpPr>
      <dsp:spPr>
        <a:xfrm>
          <a:off x="0" y="781952"/>
          <a:ext cx="8195871" cy="47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Overall validation accuracy stays around 83–84% after fine-tuning</a:t>
          </a:r>
        </a:p>
      </dsp:txBody>
      <dsp:txXfrm>
        <a:off x="23417" y="805369"/>
        <a:ext cx="8149037" cy="432866"/>
      </dsp:txXfrm>
    </dsp:sp>
    <dsp:sp modelId="{5F6F980B-44A2-4905-A505-03437645BBE2}">
      <dsp:nvSpPr>
        <dsp:cNvPr id="0" name=""/>
        <dsp:cNvSpPr/>
      </dsp:nvSpPr>
      <dsp:spPr>
        <a:xfrm>
          <a:off x="0" y="1319252"/>
          <a:ext cx="8195871" cy="47970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Cat precision: ~0.70 → ~0.72</a:t>
          </a:r>
        </a:p>
      </dsp:txBody>
      <dsp:txXfrm>
        <a:off x="23417" y="1342669"/>
        <a:ext cx="8149037" cy="432866"/>
      </dsp:txXfrm>
    </dsp:sp>
    <dsp:sp modelId="{EDF3AA5A-9D46-43F2-B670-93D1F747C9A0}">
      <dsp:nvSpPr>
        <dsp:cNvPr id="0" name=""/>
        <dsp:cNvSpPr/>
      </dsp:nvSpPr>
      <dsp:spPr>
        <a:xfrm>
          <a:off x="0" y="1856552"/>
          <a:ext cx="8195871" cy="4797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Cat recall: ~0.67 → ~0.73</a:t>
          </a:r>
        </a:p>
      </dsp:txBody>
      <dsp:txXfrm>
        <a:off x="23417" y="1879969"/>
        <a:ext cx="8149037" cy="432866"/>
      </dsp:txXfrm>
    </dsp:sp>
    <dsp:sp modelId="{7468C53E-642B-45EA-856F-18F53914C995}">
      <dsp:nvSpPr>
        <dsp:cNvPr id="0" name=""/>
        <dsp:cNvSpPr/>
      </dsp:nvSpPr>
      <dsp:spPr>
        <a:xfrm>
          <a:off x="0" y="2393852"/>
          <a:ext cx="8195871" cy="47970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Cat F1 score improves accordingly</a:t>
          </a:r>
        </a:p>
      </dsp:txBody>
      <dsp:txXfrm>
        <a:off x="23417" y="2417269"/>
        <a:ext cx="8149037" cy="432866"/>
      </dsp:txXfrm>
    </dsp:sp>
    <dsp:sp modelId="{E2EDC39E-BB11-4C82-AE4F-02B5C3AFF0A7}">
      <dsp:nvSpPr>
        <dsp:cNvPr id="0" name=""/>
        <dsp:cNvSpPr/>
      </dsp:nvSpPr>
      <dsp:spPr>
        <a:xfrm>
          <a:off x="0" y="2931152"/>
          <a:ext cx="8195871" cy="4797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Fine-tuning fixes many misclassified cat images without hurting other classes</a:t>
          </a:r>
        </a:p>
      </dsp:txBody>
      <dsp:txXfrm>
        <a:off x="23417" y="2954569"/>
        <a:ext cx="8149037" cy="4328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9CBE8-D28D-4B77-A1DF-C3DA14EADA95}">
      <dsp:nvSpPr>
        <dsp:cNvPr id="0" name=""/>
        <dsp:cNvSpPr/>
      </dsp:nvSpPr>
      <dsp:spPr>
        <a:xfrm>
          <a:off x="0" y="847675"/>
          <a:ext cx="8195871" cy="4557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MobileNetV2: small model trained for a few epochs on CIFAR-10</a:t>
          </a:r>
        </a:p>
      </dsp:txBody>
      <dsp:txXfrm>
        <a:off x="22246" y="869921"/>
        <a:ext cx="8151379" cy="411223"/>
      </dsp:txXfrm>
    </dsp:sp>
    <dsp:sp modelId="{7EB4983E-8887-4284-9840-5057443BE9B1}">
      <dsp:nvSpPr>
        <dsp:cNvPr id="0" name=""/>
        <dsp:cNvSpPr/>
      </dsp:nvSpPr>
      <dsp:spPr>
        <a:xfrm>
          <a:off x="0" y="1358110"/>
          <a:ext cx="8195871" cy="455715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Transfer-learning ResNet-18: ImageNet-pretrained, only final layer trained</a:t>
          </a:r>
        </a:p>
      </dsp:txBody>
      <dsp:txXfrm>
        <a:off x="22246" y="1380356"/>
        <a:ext cx="8151379" cy="411223"/>
      </dsp:txXfrm>
    </dsp:sp>
    <dsp:sp modelId="{9D12EE42-DC82-4511-A019-5167C052680D}">
      <dsp:nvSpPr>
        <dsp:cNvPr id="0" name=""/>
        <dsp:cNvSpPr/>
      </dsp:nvSpPr>
      <dsp:spPr>
        <a:xfrm>
          <a:off x="0" y="1868544"/>
          <a:ext cx="8195871" cy="45571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Both models reach similar overall accuracy on CIFAR-10</a:t>
          </a:r>
        </a:p>
      </dsp:txBody>
      <dsp:txXfrm>
        <a:off x="22246" y="1890790"/>
        <a:ext cx="8151379" cy="411223"/>
      </dsp:txXfrm>
    </dsp:sp>
    <dsp:sp modelId="{0294D544-E85B-4FB3-A035-BB2ABC20B427}">
      <dsp:nvSpPr>
        <dsp:cNvPr id="0" name=""/>
        <dsp:cNvSpPr/>
      </dsp:nvSpPr>
      <dsp:spPr>
        <a:xfrm>
          <a:off x="0" y="2378980"/>
          <a:ext cx="8195871" cy="455715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Class-weighted fine-tuned ResNet-18 gives the clearest cat-class improvement</a:t>
          </a:r>
        </a:p>
      </dsp:txBody>
      <dsp:txXfrm>
        <a:off x="22246" y="2401226"/>
        <a:ext cx="8151379" cy="411223"/>
      </dsp:txXfrm>
    </dsp:sp>
    <dsp:sp modelId="{579EAA8B-5F99-4854-8EE1-A2F24A8AC6BF}">
      <dsp:nvSpPr>
        <dsp:cNvPr id="0" name=""/>
        <dsp:cNvSpPr/>
      </dsp:nvSpPr>
      <dsp:spPr>
        <a:xfrm>
          <a:off x="0" y="2889415"/>
          <a:ext cx="8195871" cy="45571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Final plots compare accuracy and cat precision/recall across all models</a:t>
          </a:r>
        </a:p>
      </dsp:txBody>
      <dsp:txXfrm>
        <a:off x="22246" y="2911661"/>
        <a:ext cx="8151379" cy="4112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D8735C-1CB8-4E07-8E42-B932C74085A9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Class-weighted fine-tuning is effective for boosting a single hard class</a:t>
          </a:r>
        </a:p>
      </dsp:txBody>
      <dsp:txXfrm>
        <a:off x="0" y="431616"/>
        <a:ext cx="2561209" cy="1536725"/>
      </dsp:txXfrm>
    </dsp:sp>
    <dsp:sp modelId="{A810608E-E8C3-4D87-B90E-416AD02EFE27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Overall accuracy is preserved while cat precision and recall improve</a:t>
          </a:r>
        </a:p>
      </dsp:txBody>
      <dsp:txXfrm>
        <a:off x="2817330" y="431616"/>
        <a:ext cx="2561209" cy="1536725"/>
      </dsp:txXfrm>
    </dsp:sp>
    <dsp:sp modelId="{756EEDD9-7C7D-40C1-8773-B2C1E9A9C05C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Extra models show architecture changes alone do not guarantee better cat performance</a:t>
          </a:r>
        </a:p>
      </dsp:txBody>
      <dsp:txXfrm>
        <a:off x="5634661" y="431616"/>
        <a:ext cx="2561209" cy="1536725"/>
      </dsp:txXfrm>
    </dsp:sp>
    <dsp:sp modelId="{10E82537-D24D-4CD0-977E-89A871B93C73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Possible extensions: per-class augmentation, focal loss, or mixup for hard classes</a:t>
          </a:r>
        </a:p>
      </dsp:txBody>
      <dsp:txXfrm>
        <a:off x="1408665" y="2224462"/>
        <a:ext cx="2561209" cy="1536725"/>
      </dsp:txXfrm>
    </dsp:sp>
    <dsp:sp modelId="{1EC80A06-270E-40BC-A689-FD2749A8F091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approach generalizes to other datasets with systematically weak classes</a:t>
          </a:r>
        </a:p>
      </dsp:txBody>
      <dsp:txXfrm>
        <a:off x="4225995" y="2224462"/>
        <a:ext cx="2561209" cy="1536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CAP6415 Final Project – CIFAR-10 Topic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Class-weighted fine-tuning on the worst class (cat)</a:t>
            </a: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Student: Sohit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1700"/>
              <a:t>Dataset: Kaggle CIFAR-10 (10 classes, 32×32 RGB images)</a:t>
            </a:r>
          </a:p>
          <a:p>
            <a:pPr>
              <a:defRPr sz="2200"/>
            </a:pPr>
            <a:r>
              <a:rPr lang="en-US" sz="1700"/>
              <a:t>Small CNNs do not perform equally well across all classes</a:t>
            </a:r>
          </a:p>
          <a:p>
            <a:pPr>
              <a:defRPr sz="2200"/>
            </a:pPr>
            <a:r>
              <a:rPr lang="en-US" sz="1700"/>
              <a:t>Goal: identify the hardest class and improve its performance</a:t>
            </a:r>
          </a:p>
          <a:p>
            <a:pPr>
              <a:defRPr sz="2200"/>
            </a:pPr>
            <a:r>
              <a:rPr lang="en-US" sz="1700"/>
              <a:t>Constraint: keep overall accuracy roughly unchanged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Dataset and 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1700"/>
              <a:t>CIFAR-10 from Kaggle (ayush1220/cifar10)</a:t>
            </a:r>
          </a:p>
          <a:p>
            <a:pPr>
              <a:defRPr sz="2200"/>
            </a:pPr>
            <a:r>
              <a:rPr lang="en-US" sz="1700"/>
              <a:t>50,000 train and 10,000 test images across 10 classes</a:t>
            </a:r>
          </a:p>
          <a:p>
            <a:pPr>
              <a:defRPr sz="2200"/>
            </a:pPr>
            <a:r>
              <a:rPr lang="en-US" sz="1700"/>
              <a:t>Transforms: random crop, horizontal flip, normalization</a:t>
            </a:r>
          </a:p>
          <a:p>
            <a:pPr>
              <a:defRPr sz="2200"/>
            </a:pPr>
            <a:r>
              <a:rPr lang="en-US" sz="1700"/>
              <a:t>Optimizer: Adam, standard cross-entropy loss for baseline</a:t>
            </a:r>
          </a:p>
          <a:p>
            <a:pPr>
              <a:defRPr sz="2200"/>
            </a:pPr>
            <a:r>
              <a:rPr lang="en-US" sz="1700"/>
              <a:t>Training: 25 epochs for baseline ResNet-18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Baseline ResNet-18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939970-6463-5EAF-4DC8-04A0A2088C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02809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Fine-tuning Strategy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B70D8E-6EA4-467D-E3F9-D336E07608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28059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Results – Cat Class and Overall Accuracy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5E0C02C-CA74-09C5-C876-4940CA1B56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62676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Extra Models and Comparisons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92778C3-0AB0-B6BD-5EE2-55E1B6B596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67163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Conclusions and Possible Extensions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66558C-1099-40C4-6212-9FA95F35A3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84606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372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CAP6415 Final Project – CIFAR-10 Topic 8</vt:lpstr>
      <vt:lpstr>Problem and Goal</vt:lpstr>
      <vt:lpstr>Dataset and Training Setup</vt:lpstr>
      <vt:lpstr>Baseline ResNet-18 Model</vt:lpstr>
      <vt:lpstr>Fine-tuning Strategy</vt:lpstr>
      <vt:lpstr>Results – Cat Class and Overall Accuracy</vt:lpstr>
      <vt:lpstr>Extra Models and Comparisons</vt:lpstr>
      <vt:lpstr>Conclusions and Possible Extensions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chinni</dc:creator>
  <cp:keywords/>
  <dc:description>generated using python-pptx</dc:description>
  <cp:lastModifiedBy>Dileep M</cp:lastModifiedBy>
  <cp:revision>2</cp:revision>
  <dcterms:created xsi:type="dcterms:W3CDTF">2013-01-27T09:14:16Z</dcterms:created>
  <dcterms:modified xsi:type="dcterms:W3CDTF">2025-12-09T03:56:23Z</dcterms:modified>
  <cp:category/>
</cp:coreProperties>
</file>